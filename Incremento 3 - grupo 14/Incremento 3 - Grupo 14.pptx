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y="10287000" cx="1828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22" roundtripDataSignature="AMtx7mjQSI4BU4A70OiHxKi/avQx08Nxc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4467418-6F49-4301-BA5E-2CCCE1B5B76F}">
  <a:tblStyle styleId="{E4467418-6F49-4301-BA5E-2CCCE1B5B76F}"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11" Type="http://schemas.openxmlformats.org/officeDocument/2006/relationships/slide" Target="slides/slide5.xml"/><Relationship Id="rId22" Type="http://customschemas.google.com/relationships/presentationmetadata" Target="metadata"/><Relationship Id="rId10" Type="http://schemas.openxmlformats.org/officeDocument/2006/relationships/slide" Target="slides/slide4.xml"/><Relationship Id="rId21" Type="http://schemas.openxmlformats.org/officeDocument/2006/relationships/slide" Target="slides/slide15.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86" name="Google Shape;86;p1: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1.7.2013</a:t>
            </a:r>
            <a:endParaRPr/>
          </a:p>
        </p:txBody>
      </p:sp>
      <p:sp>
        <p:nvSpPr>
          <p:cNvPr id="87" name="Google Shape;87;p1:notes"/>
          <p:cNvSpPr/>
          <p:nvPr>
            <p:ph idx="3" type="sldImg"/>
          </p:nvPr>
        </p:nvSpPr>
        <p:spPr>
          <a:xfrm>
            <a:off x="2290763" y="512763"/>
            <a:ext cx="4562475"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 name="Google Shape;88;p1: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1</a:t>
            </a:r>
            <a:endParaRPr/>
          </a:p>
        </p:txBody>
      </p:sp>
      <p:sp>
        <p:nvSpPr>
          <p:cNvPr id="89" name="Google Shape;89;p1: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90" name="Google Shape;90;p1: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2: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121" name="Google Shape;121;p2: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1.7.2013</a:t>
            </a:r>
            <a:endParaRPr/>
          </a:p>
        </p:txBody>
      </p:sp>
      <p:sp>
        <p:nvSpPr>
          <p:cNvPr id="122" name="Google Shape;122;p2:notes"/>
          <p:cNvSpPr/>
          <p:nvPr>
            <p:ph idx="3" type="sldImg"/>
          </p:nvPr>
        </p:nvSpPr>
        <p:spPr>
          <a:xfrm>
            <a:off x="2290763" y="512763"/>
            <a:ext cx="4562475"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3" name="Google Shape;123;p2: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2</a:t>
            </a:r>
            <a:endParaRPr/>
          </a:p>
        </p:txBody>
      </p:sp>
      <p:sp>
        <p:nvSpPr>
          <p:cNvPr id="124" name="Google Shape;124;p2: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125" name="Google Shape;125;p2: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3: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173" name="Google Shape;173;p3: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1.7.2013</a:t>
            </a:r>
            <a:endParaRPr/>
          </a:p>
        </p:txBody>
      </p:sp>
      <p:sp>
        <p:nvSpPr>
          <p:cNvPr id="174" name="Google Shape;174;p3:notes"/>
          <p:cNvSpPr/>
          <p:nvPr>
            <p:ph idx="3" type="sldImg"/>
          </p:nvPr>
        </p:nvSpPr>
        <p:spPr>
          <a:xfrm>
            <a:off x="2290763" y="512763"/>
            <a:ext cx="4562475"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5" name="Google Shape;175;p3: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3</a:t>
            </a:r>
            <a:endParaRPr/>
          </a:p>
        </p:txBody>
      </p:sp>
      <p:sp>
        <p:nvSpPr>
          <p:cNvPr id="176" name="Google Shape;176;p3: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177" name="Google Shape;177;p3: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4: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197" name="Google Shape;197;p4: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1.7.2013</a:t>
            </a:r>
            <a:endParaRPr/>
          </a:p>
        </p:txBody>
      </p:sp>
      <p:sp>
        <p:nvSpPr>
          <p:cNvPr id="198" name="Google Shape;198;p4:notes"/>
          <p:cNvSpPr/>
          <p:nvPr>
            <p:ph idx="3" type="sldImg"/>
          </p:nvPr>
        </p:nvSpPr>
        <p:spPr>
          <a:xfrm>
            <a:off x="2290763" y="512763"/>
            <a:ext cx="4562475"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9" name="Google Shape;199;p4: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4</a:t>
            </a:r>
            <a:endParaRPr/>
          </a:p>
        </p:txBody>
      </p:sp>
      <p:sp>
        <p:nvSpPr>
          <p:cNvPr id="200" name="Google Shape;200;p4: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201" name="Google Shape;201;p4: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5: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235" name="Google Shape;235;p5: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1.7.2013</a:t>
            </a:r>
            <a:endParaRPr/>
          </a:p>
        </p:txBody>
      </p:sp>
      <p:sp>
        <p:nvSpPr>
          <p:cNvPr id="236" name="Google Shape;236;p5:notes"/>
          <p:cNvSpPr/>
          <p:nvPr>
            <p:ph idx="3" type="sldImg"/>
          </p:nvPr>
        </p:nvSpPr>
        <p:spPr>
          <a:xfrm>
            <a:off x="2290763" y="512763"/>
            <a:ext cx="4562475"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7" name="Google Shape;237;p5: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8" name="Google Shape;238;p5: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239" name="Google Shape;239;p5: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3fa7cadc116_1_26: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253" name="Google Shape;253;g3fa7cadc116_1_26: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1.7.2013</a:t>
            </a:r>
            <a:endParaRPr/>
          </a:p>
        </p:txBody>
      </p:sp>
      <p:sp>
        <p:nvSpPr>
          <p:cNvPr id="254" name="Google Shape;254;g3fa7cadc116_1_26:notes"/>
          <p:cNvSpPr/>
          <p:nvPr>
            <p:ph idx="3" type="sldImg"/>
          </p:nvPr>
        </p:nvSpPr>
        <p:spPr>
          <a:xfrm>
            <a:off x="2290763" y="512763"/>
            <a:ext cx="4562400" cy="256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5" name="Google Shape;255;g3fa7cadc116_1_26:notes"/>
          <p:cNvSpPr txBox="1"/>
          <p:nvPr>
            <p:ph idx="1" type="body"/>
          </p:nvPr>
        </p:nvSpPr>
        <p:spPr>
          <a:xfrm>
            <a:off x="914400" y="3251200"/>
            <a:ext cx="7315200" cy="3081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6</a:t>
            </a:r>
            <a:endParaRPr/>
          </a:p>
        </p:txBody>
      </p:sp>
      <p:sp>
        <p:nvSpPr>
          <p:cNvPr id="256" name="Google Shape;256;g3fa7cadc116_1_26:notes"/>
          <p:cNvSpPr txBox="1"/>
          <p:nvPr>
            <p:ph idx="11" type="ftr"/>
          </p:nvPr>
        </p:nvSpPr>
        <p:spPr>
          <a:xfrm>
            <a:off x="0" y="6502400"/>
            <a:ext cx="3962400" cy="3414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257" name="Google Shape;257;g3fa7cadc116_1_26:notes"/>
          <p:cNvSpPr txBox="1"/>
          <p:nvPr>
            <p:ph idx="12" type="sldNum"/>
          </p:nvPr>
        </p:nvSpPr>
        <p:spPr>
          <a:xfrm>
            <a:off x="5180013" y="6502400"/>
            <a:ext cx="3962400" cy="3414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10: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270" name="Google Shape;270;p10: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1.7.2013</a:t>
            </a:r>
            <a:endParaRPr/>
          </a:p>
        </p:txBody>
      </p:sp>
      <p:sp>
        <p:nvSpPr>
          <p:cNvPr id="271" name="Google Shape;271;p10:notes"/>
          <p:cNvSpPr/>
          <p:nvPr>
            <p:ph idx="3" type="sldImg"/>
          </p:nvPr>
        </p:nvSpPr>
        <p:spPr>
          <a:xfrm>
            <a:off x="2290763" y="512763"/>
            <a:ext cx="4562475"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2" name="Google Shape;272;p10: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6</a:t>
            </a:r>
            <a:endParaRPr/>
          </a:p>
        </p:txBody>
      </p:sp>
      <p:sp>
        <p:nvSpPr>
          <p:cNvPr id="273" name="Google Shape;273;p10: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274" name="Google Shape;274;p10: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38b9f384cd2_1_0: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290" name="Google Shape;290;g38b9f384cd2_1_0: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1.7.2013</a:t>
            </a:r>
            <a:endParaRPr/>
          </a:p>
        </p:txBody>
      </p:sp>
      <p:sp>
        <p:nvSpPr>
          <p:cNvPr id="291" name="Google Shape;291;g38b9f384cd2_1_0:notes"/>
          <p:cNvSpPr/>
          <p:nvPr>
            <p:ph idx="3" type="sldImg"/>
          </p:nvPr>
        </p:nvSpPr>
        <p:spPr>
          <a:xfrm>
            <a:off x="2290763" y="512763"/>
            <a:ext cx="4562400" cy="256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2" name="Google Shape;292;g38b9f384cd2_1_0:notes"/>
          <p:cNvSpPr txBox="1"/>
          <p:nvPr>
            <p:ph idx="1" type="body"/>
          </p:nvPr>
        </p:nvSpPr>
        <p:spPr>
          <a:xfrm>
            <a:off x="914400" y="3251200"/>
            <a:ext cx="7315200" cy="3081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6</a:t>
            </a:r>
            <a:endParaRPr/>
          </a:p>
        </p:txBody>
      </p:sp>
      <p:sp>
        <p:nvSpPr>
          <p:cNvPr id="293" name="Google Shape;293;g38b9f384cd2_1_0:notes"/>
          <p:cNvSpPr txBox="1"/>
          <p:nvPr>
            <p:ph idx="11" type="ftr"/>
          </p:nvPr>
        </p:nvSpPr>
        <p:spPr>
          <a:xfrm>
            <a:off x="0" y="6502400"/>
            <a:ext cx="3962400" cy="3414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294" name="Google Shape;294;g38b9f384cd2_1_0:notes"/>
          <p:cNvSpPr txBox="1"/>
          <p:nvPr>
            <p:ph idx="12" type="sldNum"/>
          </p:nvPr>
        </p:nvSpPr>
        <p:spPr>
          <a:xfrm>
            <a:off x="5180013" y="6502400"/>
            <a:ext cx="3962400" cy="3414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9: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310" name="Google Shape;310;p9: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1.7.2013</a:t>
            </a:r>
            <a:endParaRPr/>
          </a:p>
        </p:txBody>
      </p:sp>
      <p:sp>
        <p:nvSpPr>
          <p:cNvPr id="311" name="Google Shape;311;p9:notes"/>
          <p:cNvSpPr/>
          <p:nvPr>
            <p:ph idx="3" type="sldImg"/>
          </p:nvPr>
        </p:nvSpPr>
        <p:spPr>
          <a:xfrm>
            <a:off x="2290763" y="512763"/>
            <a:ext cx="4562475"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2" name="Google Shape;312;p9: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6</a:t>
            </a:r>
            <a:endParaRPr/>
          </a:p>
        </p:txBody>
      </p:sp>
      <p:sp>
        <p:nvSpPr>
          <p:cNvPr id="313" name="Google Shape;313;p9: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314" name="Google Shape;314;p9: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7: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7" name="Google Shape;327;p7:notes"/>
          <p:cNvSpPr/>
          <p:nvPr>
            <p:ph idx="2" type="sldImg"/>
          </p:nvPr>
        </p:nvSpPr>
        <p:spPr>
          <a:xfrm>
            <a:off x="2290763" y="512763"/>
            <a:ext cx="4562475"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13: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340" name="Google Shape;340;p13: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1.7.2013</a:t>
            </a:r>
            <a:endParaRPr/>
          </a:p>
        </p:txBody>
      </p:sp>
      <p:sp>
        <p:nvSpPr>
          <p:cNvPr id="341" name="Google Shape;341;p13:notes"/>
          <p:cNvSpPr/>
          <p:nvPr>
            <p:ph idx="3" type="sldImg"/>
          </p:nvPr>
        </p:nvSpPr>
        <p:spPr>
          <a:xfrm>
            <a:off x="2290763" y="512763"/>
            <a:ext cx="4562475"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2" name="Google Shape;342;p13: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10</a:t>
            </a:r>
            <a:endParaRPr/>
          </a:p>
        </p:txBody>
      </p:sp>
      <p:sp>
        <p:nvSpPr>
          <p:cNvPr id="343" name="Google Shape;343;p13: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344" name="Google Shape;344;p13: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12: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6" name="Google Shape;366;p12:notes"/>
          <p:cNvSpPr/>
          <p:nvPr>
            <p:ph idx="2" type="sldImg"/>
          </p:nvPr>
        </p:nvSpPr>
        <p:spPr>
          <a:xfrm>
            <a:off x="2290763" y="512763"/>
            <a:ext cx="4562475"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g3edd4c675fa_1_0:notes"/>
          <p:cNvSpPr txBox="1"/>
          <p:nvPr>
            <p:ph idx="1" type="body"/>
          </p:nvPr>
        </p:nvSpPr>
        <p:spPr>
          <a:xfrm>
            <a:off x="914400" y="3251200"/>
            <a:ext cx="7315200" cy="3081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0" name="Google Shape;380;g3edd4c675fa_1_0:notes"/>
          <p:cNvSpPr/>
          <p:nvPr>
            <p:ph idx="2" type="sldImg"/>
          </p:nvPr>
        </p:nvSpPr>
        <p:spPr>
          <a:xfrm>
            <a:off x="2290763" y="512763"/>
            <a:ext cx="4562475"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3edd4c675fa_3_1:notes"/>
          <p:cNvSpPr txBox="1"/>
          <p:nvPr>
            <p:ph idx="1" type="body"/>
          </p:nvPr>
        </p:nvSpPr>
        <p:spPr>
          <a:xfrm>
            <a:off x="914400" y="3251200"/>
            <a:ext cx="7315200" cy="3081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4" name="Google Shape;394;g3edd4c675fa_3_1:notes"/>
          <p:cNvSpPr/>
          <p:nvPr>
            <p:ph idx="2" type="sldImg"/>
          </p:nvPr>
        </p:nvSpPr>
        <p:spPr>
          <a:xfrm>
            <a:off x="2290763" y="512763"/>
            <a:ext cx="4562475"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p14: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408" name="Google Shape;408;p14: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1.7.2013</a:t>
            </a:r>
            <a:endParaRPr/>
          </a:p>
        </p:txBody>
      </p:sp>
      <p:sp>
        <p:nvSpPr>
          <p:cNvPr id="409" name="Google Shape;409;p14:notes"/>
          <p:cNvSpPr/>
          <p:nvPr>
            <p:ph idx="3" type="sldImg"/>
          </p:nvPr>
        </p:nvSpPr>
        <p:spPr>
          <a:xfrm>
            <a:off x="2290763" y="512763"/>
            <a:ext cx="4562475"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0" name="Google Shape;410;p14: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1</a:t>
            </a:r>
            <a:endParaRPr/>
          </a:p>
        </p:txBody>
      </p:sp>
      <p:sp>
        <p:nvSpPr>
          <p:cNvPr id="411" name="Google Shape;411;p14: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412" name="Google Shape;412;p14: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17"/>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17"/>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2" name="Google Shape;22;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1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8" name="Google Shape;28;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19"/>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19"/>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4" name="Google Shape;34;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0"/>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0" name="Google Shape;40;p20"/>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1" name="Google Shape;41;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21"/>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7" name="Google Shape;47;p21"/>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8" name="Google Shape;48;p21"/>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9" name="Google Shape;49;p21"/>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50" name="Google Shape;50;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3"/>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3"/>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23"/>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4"/>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4"/>
          <p:cNvSpPr/>
          <p:nvPr>
            <p:ph idx="2" type="pic"/>
          </p:nvPr>
        </p:nvSpPr>
        <p:spPr>
          <a:xfrm>
            <a:off x="1792288" y="612775"/>
            <a:ext cx="5486400" cy="4114800"/>
          </a:xfrm>
          <a:prstGeom prst="rect">
            <a:avLst/>
          </a:prstGeom>
          <a:noFill/>
          <a:ln>
            <a:noFill/>
          </a:ln>
        </p:spPr>
      </p:sp>
      <p:sp>
        <p:nvSpPr>
          <p:cNvPr id="68" name="Google Shape;68;p24"/>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5"/>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6"/>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6"/>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jp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jp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jp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jp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jp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jp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jp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jp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A1A"/>
        </a:solidFill>
      </p:bgPr>
    </p:bg>
    <p:spTree>
      <p:nvGrpSpPr>
        <p:cNvPr id="91" name="Shape 91"/>
        <p:cNvGrpSpPr/>
        <p:nvPr/>
      </p:nvGrpSpPr>
      <p:grpSpPr>
        <a:xfrm>
          <a:off x="0" y="0"/>
          <a:ext cx="0" cy="0"/>
          <a:chOff x="0" y="0"/>
          <a:chExt cx="0" cy="0"/>
        </a:xfrm>
      </p:grpSpPr>
      <p:sp>
        <p:nvSpPr>
          <p:cNvPr id="92" name="Google Shape;92;p1"/>
          <p:cNvSpPr/>
          <p:nvPr/>
        </p:nvSpPr>
        <p:spPr>
          <a:xfrm>
            <a:off x="-12697" y="-12697"/>
            <a:ext cx="354615" cy="10312432"/>
          </a:xfrm>
          <a:custGeom>
            <a:rect b="b" l="l" r="r" t="t"/>
            <a:pathLst>
              <a:path extrusionOk="0" h="13749910" w="472821">
                <a:moveTo>
                  <a:pt x="0" y="0"/>
                </a:moveTo>
                <a:lnTo>
                  <a:pt x="472821" y="0"/>
                </a:lnTo>
                <a:lnTo>
                  <a:pt x="472821" y="13749910"/>
                </a:lnTo>
                <a:lnTo>
                  <a:pt x="0" y="13749910"/>
                </a:lnTo>
                <a:close/>
              </a:path>
            </a:pathLst>
          </a:custGeom>
          <a:solidFill>
            <a:srgbClr val="F47920"/>
          </a:solidFill>
          <a:ln cap="sq" cmpd="sng" w="25400">
            <a:solidFill>
              <a:srgbClr val="F47920"/>
            </a:solidFill>
            <a:prstDash val="solid"/>
            <a:miter lim="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93" name="Google Shape;93;p1"/>
          <p:cNvGrpSpPr/>
          <p:nvPr/>
        </p:nvGrpSpPr>
        <p:grpSpPr>
          <a:xfrm>
            <a:off x="914400" y="970121"/>
            <a:ext cx="14264640" cy="675799"/>
            <a:chOff x="0" y="-47625"/>
            <a:chExt cx="19019520" cy="901065"/>
          </a:xfrm>
        </p:grpSpPr>
        <p:sp>
          <p:nvSpPr>
            <p:cNvPr id="94" name="Google Shape;94;p1"/>
            <p:cNvSpPr/>
            <p:nvPr/>
          </p:nvSpPr>
          <p:spPr>
            <a:xfrm>
              <a:off x="0" y="0"/>
              <a:ext cx="19019520" cy="853440"/>
            </a:xfrm>
            <a:custGeom>
              <a:rect b="b" l="l" r="r" t="t"/>
              <a:pathLst>
                <a:path extrusionOk="0" h="853440" w="19019520">
                  <a:moveTo>
                    <a:pt x="0" y="0"/>
                  </a:moveTo>
                  <a:lnTo>
                    <a:pt x="19019520" y="0"/>
                  </a:lnTo>
                  <a:lnTo>
                    <a:pt x="19019520" y="853440"/>
                  </a:lnTo>
                  <a:lnTo>
                    <a:pt x="0" y="853440"/>
                  </a:lnTo>
                  <a:close/>
                </a:path>
              </a:pathLst>
            </a:custGeom>
            <a:blipFill rotWithShape="1">
              <a:blip r:embed="rId3">
                <a:alphaModFix amt="0"/>
              </a:blip>
              <a:stretch>
                <a:fillRect b="-384254" l="0" r="0" t="-384254"/>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 name="Google Shape;95;p1"/>
            <p:cNvSpPr txBox="1"/>
            <p:nvPr/>
          </p:nvSpPr>
          <p:spPr>
            <a:xfrm>
              <a:off x="0" y="-47625"/>
              <a:ext cx="19019520" cy="901065"/>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00000"/>
                </a:buClr>
                <a:buSzPts val="2200"/>
                <a:buFont typeface="Arial"/>
                <a:buNone/>
              </a:pPr>
              <a:r>
                <a:rPr b="1" i="0" lang="en-US" sz="2200" u="none" cap="none" strike="noStrike">
                  <a:solidFill>
                    <a:srgbClr val="F47920"/>
                  </a:solidFill>
                  <a:latin typeface="Calibri"/>
                  <a:ea typeface="Calibri"/>
                  <a:cs typeface="Calibri"/>
                  <a:sym typeface="Calibri"/>
                </a:rPr>
                <a:t>SISTEMA DE INVENTARIO</a:t>
              </a:r>
              <a:endParaRPr b="0" i="0" sz="1400" u="none" cap="none" strike="noStrike">
                <a:solidFill>
                  <a:srgbClr val="000000"/>
                </a:solidFill>
                <a:latin typeface="Arial"/>
                <a:ea typeface="Arial"/>
                <a:cs typeface="Arial"/>
                <a:sym typeface="Arial"/>
              </a:endParaRPr>
            </a:p>
          </p:txBody>
        </p:sp>
      </p:grpSp>
      <p:grpSp>
        <p:nvGrpSpPr>
          <p:cNvPr id="96" name="Google Shape;96;p1"/>
          <p:cNvGrpSpPr/>
          <p:nvPr/>
        </p:nvGrpSpPr>
        <p:grpSpPr>
          <a:xfrm>
            <a:off x="1028700" y="1844528"/>
            <a:ext cx="14264640" cy="4510564"/>
            <a:chOff x="0" y="-161925"/>
            <a:chExt cx="19019520" cy="6014085"/>
          </a:xfrm>
        </p:grpSpPr>
        <p:sp>
          <p:nvSpPr>
            <p:cNvPr id="97" name="Google Shape;97;p1"/>
            <p:cNvSpPr/>
            <p:nvPr/>
          </p:nvSpPr>
          <p:spPr>
            <a:xfrm>
              <a:off x="0" y="0"/>
              <a:ext cx="19019520" cy="5852160"/>
            </a:xfrm>
            <a:custGeom>
              <a:rect b="b" l="l" r="r" t="t"/>
              <a:pathLst>
                <a:path extrusionOk="0" h="5852160" w="19019520">
                  <a:moveTo>
                    <a:pt x="0" y="0"/>
                  </a:moveTo>
                  <a:lnTo>
                    <a:pt x="19019520" y="0"/>
                  </a:lnTo>
                  <a:lnTo>
                    <a:pt x="19019520" y="5852160"/>
                  </a:lnTo>
                  <a:lnTo>
                    <a:pt x="0" y="5852160"/>
                  </a:lnTo>
                  <a:close/>
                </a:path>
              </a:pathLst>
            </a:custGeom>
            <a:blipFill rotWithShape="1">
              <a:blip r:embed="rId3">
                <a:alphaModFix amt="0"/>
              </a:blip>
              <a:stretch>
                <a:fillRect b="-13326" l="0" r="0" t="-13326"/>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 name="Google Shape;98;p1"/>
            <p:cNvSpPr txBox="1"/>
            <p:nvPr/>
          </p:nvSpPr>
          <p:spPr>
            <a:xfrm>
              <a:off x="0" y="-161925"/>
              <a:ext cx="19019520" cy="6014085"/>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00000"/>
                </a:buClr>
                <a:buSzPts val="8000"/>
                <a:buFont typeface="Arial"/>
                <a:buNone/>
              </a:pPr>
              <a:r>
                <a:rPr b="1" i="0" lang="en-US" sz="8000" u="none" cap="none" strike="noStrike">
                  <a:solidFill>
                    <a:srgbClr val="FFFFFF"/>
                  </a:solidFill>
                  <a:latin typeface="Calibri"/>
                  <a:ea typeface="Calibri"/>
                  <a:cs typeface="Calibri"/>
                  <a:sym typeface="Calibri"/>
                </a:rPr>
                <a:t>PROYECTO INGENIERÍA</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0"/>
                </a:spcBef>
                <a:spcAft>
                  <a:spcPts val="0"/>
                </a:spcAft>
                <a:buClr>
                  <a:srgbClr val="000000"/>
                </a:buClr>
                <a:buSzPts val="8000"/>
                <a:buFont typeface="Arial"/>
                <a:buNone/>
              </a:pPr>
              <a:r>
                <a:rPr b="1" i="0" lang="en-US" sz="8000" u="none" cap="none" strike="noStrike">
                  <a:solidFill>
                    <a:srgbClr val="FFFFFF"/>
                  </a:solidFill>
                  <a:latin typeface="Calibri"/>
                  <a:ea typeface="Calibri"/>
                  <a:cs typeface="Calibri"/>
                  <a:sym typeface="Calibri"/>
                </a:rPr>
                <a:t>DE SOFTWARE II</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0"/>
                </a:spcBef>
                <a:spcAft>
                  <a:spcPts val="0"/>
                </a:spcAft>
                <a:buClr>
                  <a:srgbClr val="000000"/>
                </a:buClr>
                <a:buSzPts val="8000"/>
                <a:buFont typeface="Arial"/>
                <a:buNone/>
              </a:pPr>
              <a:r>
                <a:rPr b="1" i="0" lang="en-US" sz="8000" u="none" cap="none" strike="noStrike">
                  <a:solidFill>
                    <a:srgbClr val="FFFFFF"/>
                  </a:solidFill>
                  <a:latin typeface="Calibri"/>
                  <a:ea typeface="Calibri"/>
                  <a:cs typeface="Calibri"/>
                  <a:sym typeface="Calibri"/>
                </a:rPr>
                <a:t>INCREMENTO </a:t>
              </a:r>
              <a:r>
                <a:rPr b="1" lang="en-US" sz="8000">
                  <a:solidFill>
                    <a:srgbClr val="FFFFFF"/>
                  </a:solidFill>
                  <a:latin typeface="Calibri"/>
                  <a:ea typeface="Calibri"/>
                  <a:cs typeface="Calibri"/>
                  <a:sym typeface="Calibri"/>
                </a:rPr>
                <a:t>3</a:t>
              </a:r>
              <a:r>
                <a:rPr b="1" i="0" lang="en-US" sz="8000" u="none" cap="none" strike="noStrike">
                  <a:solidFill>
                    <a:srgbClr val="FFFFFF"/>
                  </a:solidFill>
                  <a:latin typeface="Calibri"/>
                  <a:ea typeface="Calibri"/>
                  <a:cs typeface="Calibri"/>
                  <a:sym typeface="Calibri"/>
                </a:rPr>
                <a:t> GRUPO 14</a:t>
              </a:r>
              <a:endParaRPr b="0" i="0" sz="1400" u="none" cap="none" strike="noStrike">
                <a:solidFill>
                  <a:srgbClr val="000000"/>
                </a:solidFill>
                <a:latin typeface="Arial"/>
                <a:ea typeface="Arial"/>
                <a:cs typeface="Arial"/>
                <a:sym typeface="Arial"/>
              </a:endParaRPr>
            </a:p>
          </p:txBody>
        </p:sp>
      </p:grpSp>
      <p:sp>
        <p:nvSpPr>
          <p:cNvPr id="99" name="Google Shape;99;p1"/>
          <p:cNvSpPr/>
          <p:nvPr/>
        </p:nvSpPr>
        <p:spPr>
          <a:xfrm>
            <a:off x="901702" y="6075076"/>
            <a:ext cx="11254360" cy="90368"/>
          </a:xfrm>
          <a:custGeom>
            <a:rect b="b" l="l" r="r" t="t"/>
            <a:pathLst>
              <a:path extrusionOk="0" h="131445" w="11006709">
                <a:moveTo>
                  <a:pt x="0" y="0"/>
                </a:moveTo>
                <a:lnTo>
                  <a:pt x="11006709" y="0"/>
                </a:lnTo>
                <a:lnTo>
                  <a:pt x="11006709" y="131445"/>
                </a:lnTo>
                <a:lnTo>
                  <a:pt x="0" y="131445"/>
                </a:lnTo>
                <a:close/>
              </a:path>
            </a:pathLst>
          </a:custGeom>
          <a:solidFill>
            <a:srgbClr val="F47920"/>
          </a:solidFill>
          <a:ln cap="sq" cmpd="sng" w="25400">
            <a:solidFill>
              <a:srgbClr val="F47920"/>
            </a:solidFill>
            <a:prstDash val="solid"/>
            <a:miter lim="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00" name="Google Shape;100;p1"/>
          <p:cNvGrpSpPr/>
          <p:nvPr/>
        </p:nvGrpSpPr>
        <p:grpSpPr>
          <a:xfrm>
            <a:off x="914400" y="6547961"/>
            <a:ext cx="8229600" cy="584359"/>
            <a:chOff x="0" y="-47625"/>
            <a:chExt cx="10972800" cy="779145"/>
          </a:xfrm>
        </p:grpSpPr>
        <p:sp>
          <p:nvSpPr>
            <p:cNvPr id="101" name="Google Shape;101;p1"/>
            <p:cNvSpPr/>
            <p:nvPr/>
          </p:nvSpPr>
          <p:spPr>
            <a:xfrm>
              <a:off x="0" y="0"/>
              <a:ext cx="10972800" cy="731520"/>
            </a:xfrm>
            <a:custGeom>
              <a:rect b="b" l="l" r="r" t="t"/>
              <a:pathLst>
                <a:path extrusionOk="0" h="731520" w="10972800">
                  <a:moveTo>
                    <a:pt x="0" y="0"/>
                  </a:moveTo>
                  <a:lnTo>
                    <a:pt x="10972800" y="0"/>
                  </a:lnTo>
                  <a:lnTo>
                    <a:pt x="10972800" y="731520"/>
                  </a:lnTo>
                  <a:lnTo>
                    <a:pt x="0" y="731520"/>
                  </a:lnTo>
                  <a:close/>
                </a:path>
              </a:pathLst>
            </a:custGeom>
            <a:blipFill rotWithShape="1">
              <a:blip r:embed="rId3">
                <a:alphaModFix amt="0"/>
              </a:blip>
              <a:stretch>
                <a:fillRect b="-242261" l="0" r="0" t="-24226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 name="Google Shape;102;p1"/>
            <p:cNvSpPr txBox="1"/>
            <p:nvPr/>
          </p:nvSpPr>
          <p:spPr>
            <a:xfrm>
              <a:off x="0" y="-47625"/>
              <a:ext cx="10972800" cy="779145"/>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00000"/>
                </a:buClr>
                <a:buSzPts val="2200"/>
                <a:buFont typeface="Arial"/>
                <a:buNone/>
              </a:pPr>
              <a:r>
                <a:rPr b="1" i="0" lang="en-US" sz="2200" u="none" cap="none" strike="noStrike">
                  <a:solidFill>
                    <a:srgbClr val="F47920"/>
                  </a:solidFill>
                  <a:latin typeface="Calibri"/>
                  <a:ea typeface="Calibri"/>
                  <a:cs typeface="Calibri"/>
                  <a:sym typeface="Calibri"/>
                </a:rPr>
                <a:t>Autores:</a:t>
              </a:r>
              <a:endParaRPr b="0" i="0" sz="1400" u="none" cap="none" strike="noStrike">
                <a:solidFill>
                  <a:srgbClr val="000000"/>
                </a:solidFill>
                <a:latin typeface="Arial"/>
                <a:ea typeface="Arial"/>
                <a:cs typeface="Arial"/>
                <a:sym typeface="Arial"/>
              </a:endParaRPr>
            </a:p>
          </p:txBody>
        </p:sp>
      </p:grpSp>
      <p:grpSp>
        <p:nvGrpSpPr>
          <p:cNvPr id="103" name="Google Shape;103;p1"/>
          <p:cNvGrpSpPr/>
          <p:nvPr/>
        </p:nvGrpSpPr>
        <p:grpSpPr>
          <a:xfrm>
            <a:off x="914400" y="7096601"/>
            <a:ext cx="8229600" cy="2413159"/>
            <a:chOff x="0" y="-47625"/>
            <a:chExt cx="10972800" cy="3217545"/>
          </a:xfrm>
        </p:grpSpPr>
        <p:sp>
          <p:nvSpPr>
            <p:cNvPr id="104" name="Google Shape;104;p1"/>
            <p:cNvSpPr/>
            <p:nvPr/>
          </p:nvSpPr>
          <p:spPr>
            <a:xfrm>
              <a:off x="0" y="0"/>
              <a:ext cx="10972800" cy="3169920"/>
            </a:xfrm>
            <a:custGeom>
              <a:rect b="b" l="l" r="r" t="t"/>
              <a:pathLst>
                <a:path extrusionOk="0" h="3169920" w="10972800">
                  <a:moveTo>
                    <a:pt x="0" y="0"/>
                  </a:moveTo>
                  <a:lnTo>
                    <a:pt x="10972800" y="0"/>
                  </a:lnTo>
                  <a:lnTo>
                    <a:pt x="10972800" y="3169920"/>
                  </a:lnTo>
                  <a:lnTo>
                    <a:pt x="0" y="3169920"/>
                  </a:lnTo>
                  <a:close/>
                </a:path>
              </a:pathLst>
            </a:custGeom>
            <a:blipFill rotWithShape="1">
              <a:blip r:embed="rId3">
                <a:alphaModFix amt="0"/>
              </a:blip>
              <a:stretch>
                <a:fillRect b="-17447" l="0" r="0" t="-17447"/>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 name="Google Shape;105;p1"/>
            <p:cNvSpPr txBox="1"/>
            <p:nvPr/>
          </p:nvSpPr>
          <p:spPr>
            <a:xfrm>
              <a:off x="0" y="-47625"/>
              <a:ext cx="10972800" cy="3217545"/>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00000"/>
                </a:buClr>
                <a:buSzPts val="2100"/>
                <a:buFont typeface="Arial"/>
                <a:buNone/>
              </a:pPr>
              <a:r>
                <a:rPr b="0" i="0" lang="en-US" sz="2100" u="none" cap="none" strike="noStrike">
                  <a:solidFill>
                    <a:srgbClr val="D1D5DB"/>
                  </a:solidFill>
                  <a:latin typeface="Calibri"/>
                  <a:ea typeface="Calibri"/>
                  <a:cs typeface="Calibri"/>
                  <a:sym typeface="Calibri"/>
                </a:rPr>
                <a:t>Sofia Isidora Cariñe Valenzuela</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0"/>
                </a:spcBef>
                <a:spcAft>
                  <a:spcPts val="0"/>
                </a:spcAft>
                <a:buClr>
                  <a:srgbClr val="000000"/>
                </a:buClr>
                <a:buSzPts val="2100"/>
                <a:buFont typeface="Arial"/>
                <a:buNone/>
              </a:pPr>
              <a:r>
                <a:rPr b="0" i="0" lang="en-US" sz="2100" u="none" cap="none" strike="noStrike">
                  <a:solidFill>
                    <a:srgbClr val="D1D5DB"/>
                  </a:solidFill>
                  <a:latin typeface="Calibri"/>
                  <a:ea typeface="Calibri"/>
                  <a:cs typeface="Calibri"/>
                  <a:sym typeface="Calibri"/>
                </a:rPr>
                <a:t>Jhoe Eduardo Castillo Barrios</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0"/>
                </a:spcBef>
                <a:spcAft>
                  <a:spcPts val="0"/>
                </a:spcAft>
                <a:buClr>
                  <a:srgbClr val="000000"/>
                </a:buClr>
                <a:buSzPts val="2100"/>
                <a:buFont typeface="Arial"/>
                <a:buNone/>
              </a:pPr>
              <a:r>
                <a:rPr b="0" i="0" lang="en-US" sz="2100" u="none" cap="none" strike="noStrike">
                  <a:solidFill>
                    <a:srgbClr val="D1D5DB"/>
                  </a:solidFill>
                  <a:latin typeface="Calibri"/>
                  <a:ea typeface="Calibri"/>
                  <a:cs typeface="Calibri"/>
                  <a:sym typeface="Calibri"/>
                </a:rPr>
                <a:t>Karla Aylin Curín Navarro</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0"/>
                </a:spcBef>
                <a:spcAft>
                  <a:spcPts val="0"/>
                </a:spcAft>
                <a:buClr>
                  <a:srgbClr val="000000"/>
                </a:buClr>
                <a:buSzPts val="2100"/>
                <a:buFont typeface="Arial"/>
                <a:buNone/>
              </a:pPr>
              <a:r>
                <a:rPr b="0" i="0" lang="en-US" sz="2100" u="none" cap="none" strike="noStrike">
                  <a:solidFill>
                    <a:srgbClr val="D1D5DB"/>
                  </a:solidFill>
                  <a:latin typeface="Calibri"/>
                  <a:ea typeface="Calibri"/>
                  <a:cs typeface="Calibri"/>
                  <a:sym typeface="Calibri"/>
                </a:rPr>
                <a:t>Omar Adolfo Olmos Hernández</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0"/>
                </a:spcBef>
                <a:spcAft>
                  <a:spcPts val="0"/>
                </a:spcAft>
                <a:buClr>
                  <a:srgbClr val="000000"/>
                </a:buClr>
                <a:buSzPts val="2100"/>
                <a:buFont typeface="Arial"/>
                <a:buNone/>
              </a:pPr>
              <a:r>
                <a:rPr b="0" i="0" lang="en-US" sz="2100" u="none" cap="none" strike="noStrike">
                  <a:solidFill>
                    <a:srgbClr val="D1D5DB"/>
                  </a:solidFill>
                  <a:latin typeface="Calibri"/>
                  <a:ea typeface="Calibri"/>
                  <a:cs typeface="Calibri"/>
                  <a:sym typeface="Calibri"/>
                </a:rPr>
                <a:t>Lenin Andrés Reyes Gómez</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0"/>
                </a:spcBef>
                <a:spcAft>
                  <a:spcPts val="0"/>
                </a:spcAft>
                <a:buClr>
                  <a:srgbClr val="000000"/>
                </a:buClr>
                <a:buSzPts val="2100"/>
                <a:buFont typeface="Arial"/>
                <a:buNone/>
              </a:pPr>
              <a:r>
                <a:rPr b="0" i="0" lang="en-US" sz="2100" u="none" cap="none" strike="noStrike">
                  <a:solidFill>
                    <a:srgbClr val="D1D5DB"/>
                  </a:solidFill>
                  <a:latin typeface="Calibri"/>
                  <a:ea typeface="Calibri"/>
                  <a:cs typeface="Calibri"/>
                  <a:sym typeface="Calibri"/>
                </a:rPr>
                <a:t>Silvio Alberto Villagra Labbé</a:t>
              </a:r>
              <a:endParaRPr b="0" i="0" sz="1400" u="none" cap="none" strike="noStrike">
                <a:solidFill>
                  <a:srgbClr val="000000"/>
                </a:solidFill>
                <a:latin typeface="Arial"/>
                <a:ea typeface="Arial"/>
                <a:cs typeface="Arial"/>
                <a:sym typeface="Arial"/>
              </a:endParaRPr>
            </a:p>
          </p:txBody>
        </p:sp>
      </p:grpSp>
      <p:grpSp>
        <p:nvGrpSpPr>
          <p:cNvPr id="106" name="Google Shape;106;p1"/>
          <p:cNvGrpSpPr/>
          <p:nvPr/>
        </p:nvGrpSpPr>
        <p:grpSpPr>
          <a:xfrm>
            <a:off x="10058400" y="6547961"/>
            <a:ext cx="7680960" cy="1315879"/>
            <a:chOff x="0" y="-47625"/>
            <a:chExt cx="10241280" cy="1754505"/>
          </a:xfrm>
        </p:grpSpPr>
        <p:sp>
          <p:nvSpPr>
            <p:cNvPr id="107" name="Google Shape;107;p1"/>
            <p:cNvSpPr/>
            <p:nvPr/>
          </p:nvSpPr>
          <p:spPr>
            <a:xfrm>
              <a:off x="0" y="0"/>
              <a:ext cx="10241280" cy="1706880"/>
            </a:xfrm>
            <a:custGeom>
              <a:rect b="b" l="l" r="r" t="t"/>
              <a:pathLst>
                <a:path extrusionOk="0" h="1706880" w="10241280">
                  <a:moveTo>
                    <a:pt x="0" y="0"/>
                  </a:moveTo>
                  <a:lnTo>
                    <a:pt x="10241280" y="0"/>
                  </a:lnTo>
                  <a:lnTo>
                    <a:pt x="10241280" y="1706880"/>
                  </a:lnTo>
                  <a:lnTo>
                    <a:pt x="0" y="1706880"/>
                  </a:lnTo>
                  <a:close/>
                </a:path>
              </a:pathLst>
            </a:custGeom>
            <a:blipFill rotWithShape="1">
              <a:blip r:embed="rId3">
                <a:alphaModFix amt="0"/>
              </a:blip>
              <a:stretch>
                <a:fillRect b="-66910" l="0" r="0" t="-6691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 name="Google Shape;108;p1"/>
            <p:cNvSpPr txBox="1"/>
            <p:nvPr/>
          </p:nvSpPr>
          <p:spPr>
            <a:xfrm>
              <a:off x="0" y="-47625"/>
              <a:ext cx="10241280" cy="1754505"/>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00000"/>
                </a:buClr>
                <a:buSzPts val="2200"/>
                <a:buFont typeface="Arial"/>
                <a:buNone/>
              </a:pPr>
              <a:r>
                <a:rPr b="0" i="0" lang="en-US" sz="2200" u="none" cap="none" strike="noStrike">
                  <a:solidFill>
                    <a:srgbClr val="9CA3AF"/>
                  </a:solidFill>
                  <a:latin typeface="Calibri"/>
                  <a:ea typeface="Calibri"/>
                  <a:cs typeface="Calibri"/>
                  <a:sym typeface="Calibri"/>
                </a:rPr>
                <a:t>Facultad de Ingeniería</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0"/>
                </a:spcBef>
                <a:spcAft>
                  <a:spcPts val="0"/>
                </a:spcAft>
                <a:buClr>
                  <a:srgbClr val="000000"/>
                </a:buClr>
                <a:buSzPts val="2200"/>
                <a:buFont typeface="Arial"/>
                <a:buNone/>
              </a:pPr>
              <a:r>
                <a:rPr b="0" i="0" lang="en-US" sz="2200" u="none" cap="none" strike="noStrike">
                  <a:solidFill>
                    <a:srgbClr val="9CA3AF"/>
                  </a:solidFill>
                  <a:latin typeface="Calibri"/>
                  <a:ea typeface="Calibri"/>
                  <a:cs typeface="Calibri"/>
                  <a:sym typeface="Calibri"/>
                </a:rPr>
                <a:t>Ingeniería de Software II</a:t>
              </a:r>
              <a:endParaRPr b="0" i="0" sz="1400" u="none" cap="none" strike="noStrike">
                <a:solidFill>
                  <a:srgbClr val="000000"/>
                </a:solidFill>
                <a:latin typeface="Arial"/>
                <a:ea typeface="Arial"/>
                <a:cs typeface="Arial"/>
                <a:sym typeface="Arial"/>
              </a:endParaRPr>
            </a:p>
          </p:txBody>
        </p:sp>
      </p:grpSp>
      <p:grpSp>
        <p:nvGrpSpPr>
          <p:cNvPr id="109" name="Google Shape;109;p1"/>
          <p:cNvGrpSpPr/>
          <p:nvPr/>
        </p:nvGrpSpPr>
        <p:grpSpPr>
          <a:xfrm>
            <a:off x="10058400" y="7919561"/>
            <a:ext cx="7680960" cy="675799"/>
            <a:chOff x="0" y="-47625"/>
            <a:chExt cx="10241280" cy="901065"/>
          </a:xfrm>
        </p:grpSpPr>
        <p:sp>
          <p:nvSpPr>
            <p:cNvPr id="110" name="Google Shape;110;p1"/>
            <p:cNvSpPr/>
            <p:nvPr/>
          </p:nvSpPr>
          <p:spPr>
            <a:xfrm>
              <a:off x="0" y="0"/>
              <a:ext cx="10241280" cy="853440"/>
            </a:xfrm>
            <a:custGeom>
              <a:rect b="b" l="l" r="r" t="t"/>
              <a:pathLst>
                <a:path extrusionOk="0" h="853440" w="10241280">
                  <a:moveTo>
                    <a:pt x="0" y="0"/>
                  </a:moveTo>
                  <a:lnTo>
                    <a:pt x="10241280" y="0"/>
                  </a:lnTo>
                  <a:lnTo>
                    <a:pt x="10241280" y="853440"/>
                  </a:lnTo>
                  <a:lnTo>
                    <a:pt x="0" y="853440"/>
                  </a:lnTo>
                  <a:close/>
                </a:path>
              </a:pathLst>
            </a:custGeom>
            <a:blipFill rotWithShape="1">
              <a:blip r:embed="rId3">
                <a:alphaModFix amt="0"/>
              </a:blip>
              <a:stretch>
                <a:fillRect b="-183820" l="0" r="0" t="-18382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p1"/>
            <p:cNvSpPr txBox="1"/>
            <p:nvPr/>
          </p:nvSpPr>
          <p:spPr>
            <a:xfrm>
              <a:off x="0" y="-47625"/>
              <a:ext cx="10241280" cy="901065"/>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00000"/>
                </a:buClr>
                <a:buSzPts val="2200"/>
                <a:buFont typeface="Arial"/>
                <a:buNone/>
              </a:pPr>
              <a:r>
                <a:rPr b="1" i="0" lang="en-US" sz="2200" u="none" cap="none" strike="noStrike">
                  <a:solidFill>
                    <a:srgbClr val="F47920"/>
                  </a:solidFill>
                  <a:latin typeface="Calibri"/>
                  <a:ea typeface="Calibri"/>
                  <a:cs typeface="Calibri"/>
                  <a:sym typeface="Calibri"/>
                </a:rPr>
                <a:t>Profesor: </a:t>
              </a:r>
              <a:r>
                <a:rPr b="0" i="0" lang="en-US" sz="2200" u="none" cap="none" strike="noStrike">
                  <a:solidFill>
                    <a:srgbClr val="D1D5DB"/>
                  </a:solidFill>
                  <a:latin typeface="Calibri"/>
                  <a:ea typeface="Calibri"/>
                  <a:cs typeface="Calibri"/>
                  <a:sym typeface="Calibri"/>
                </a:rPr>
                <a:t>Paulo Quinsacara Jofré</a:t>
              </a:r>
              <a:endParaRPr b="0" i="0" sz="1400" u="none" cap="none" strike="noStrike">
                <a:solidFill>
                  <a:srgbClr val="000000"/>
                </a:solidFill>
                <a:latin typeface="Arial"/>
                <a:ea typeface="Arial"/>
                <a:cs typeface="Arial"/>
                <a:sym typeface="Arial"/>
              </a:endParaRPr>
            </a:p>
          </p:txBody>
        </p:sp>
      </p:grpSp>
      <p:grpSp>
        <p:nvGrpSpPr>
          <p:cNvPr id="112" name="Google Shape;112;p1"/>
          <p:cNvGrpSpPr/>
          <p:nvPr/>
        </p:nvGrpSpPr>
        <p:grpSpPr>
          <a:xfrm>
            <a:off x="10058400" y="8658225"/>
            <a:ext cx="7680960" cy="577215"/>
            <a:chOff x="0" y="-38100"/>
            <a:chExt cx="10241280" cy="769620"/>
          </a:xfrm>
        </p:grpSpPr>
        <p:sp>
          <p:nvSpPr>
            <p:cNvPr id="113" name="Google Shape;113;p1"/>
            <p:cNvSpPr/>
            <p:nvPr/>
          </p:nvSpPr>
          <p:spPr>
            <a:xfrm>
              <a:off x="0" y="0"/>
              <a:ext cx="10241280" cy="731520"/>
            </a:xfrm>
            <a:custGeom>
              <a:rect b="b" l="l" r="r" t="t"/>
              <a:pathLst>
                <a:path extrusionOk="0" h="731520" w="10241280">
                  <a:moveTo>
                    <a:pt x="0" y="0"/>
                  </a:moveTo>
                  <a:lnTo>
                    <a:pt x="10241280" y="0"/>
                  </a:lnTo>
                  <a:lnTo>
                    <a:pt x="10241280" y="731520"/>
                  </a:lnTo>
                  <a:lnTo>
                    <a:pt x="0" y="731520"/>
                  </a:lnTo>
                  <a:close/>
                </a:path>
              </a:pathLst>
            </a:custGeom>
            <a:blipFill rotWithShape="1">
              <a:blip r:embed="rId3">
                <a:alphaModFix amt="0"/>
              </a:blip>
              <a:stretch>
                <a:fillRect b="-222777" l="0" r="0" t="-222777"/>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 name="Google Shape;114;p1"/>
            <p:cNvSpPr txBox="1"/>
            <p:nvPr/>
          </p:nvSpPr>
          <p:spPr>
            <a:xfrm>
              <a:off x="0" y="-38100"/>
              <a:ext cx="10241280" cy="76962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00000"/>
                </a:buClr>
                <a:buSzPts val="2000"/>
                <a:buFont typeface="Arial"/>
                <a:buNone/>
              </a:pPr>
              <a:r>
                <a:rPr b="0" i="0" lang="en-US" sz="2000" u="none" cap="none" strike="noStrike">
                  <a:solidFill>
                    <a:srgbClr val="9CA3AF"/>
                  </a:solidFill>
                  <a:latin typeface="Calibri"/>
                  <a:ea typeface="Calibri"/>
                  <a:cs typeface="Calibri"/>
                  <a:sym typeface="Calibri"/>
                </a:rPr>
                <a:t>Santiago, Chile · 2026</a:t>
              </a:r>
              <a:endParaRPr b="0" i="0" sz="1400" u="none" cap="none" strike="noStrike">
                <a:solidFill>
                  <a:srgbClr val="000000"/>
                </a:solidFill>
                <a:latin typeface="Arial"/>
                <a:ea typeface="Arial"/>
                <a:cs typeface="Arial"/>
                <a:sym typeface="Arial"/>
              </a:endParaRPr>
            </a:p>
          </p:txBody>
        </p:sp>
      </p:grpSp>
      <p:grpSp>
        <p:nvGrpSpPr>
          <p:cNvPr id="115" name="Google Shape;115;p1"/>
          <p:cNvGrpSpPr/>
          <p:nvPr/>
        </p:nvGrpSpPr>
        <p:grpSpPr>
          <a:xfrm>
            <a:off x="927106" y="1522762"/>
            <a:ext cx="4102098" cy="669557"/>
            <a:chOff x="0" y="-66675"/>
            <a:chExt cx="5469465" cy="892743"/>
          </a:xfrm>
        </p:grpSpPr>
        <p:sp>
          <p:nvSpPr>
            <p:cNvPr id="116" name="Google Shape;116;p1"/>
            <p:cNvSpPr/>
            <p:nvPr/>
          </p:nvSpPr>
          <p:spPr>
            <a:xfrm>
              <a:off x="0" y="0"/>
              <a:ext cx="5469465" cy="826068"/>
            </a:xfrm>
            <a:custGeom>
              <a:rect b="b" l="l" r="r" t="t"/>
              <a:pathLst>
                <a:path extrusionOk="0" h="826068" w="5469465">
                  <a:moveTo>
                    <a:pt x="0" y="0"/>
                  </a:moveTo>
                  <a:lnTo>
                    <a:pt x="5469465" y="0"/>
                  </a:lnTo>
                  <a:lnTo>
                    <a:pt x="5469465" y="826068"/>
                  </a:lnTo>
                  <a:lnTo>
                    <a:pt x="0" y="826068"/>
                  </a:lnTo>
                  <a:close/>
                </a:path>
              </a:pathLst>
            </a:custGeom>
            <a:blipFill rotWithShape="1">
              <a:blip r:embed="rId3">
                <a:alphaModFix amt="0"/>
              </a:blip>
              <a:stretch>
                <a:fillRect b="-470484" l="0" r="-310156" t="-48783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 name="Google Shape;117;p1"/>
            <p:cNvSpPr txBox="1"/>
            <p:nvPr/>
          </p:nvSpPr>
          <p:spPr>
            <a:xfrm>
              <a:off x="0" y="-66675"/>
              <a:ext cx="5469465" cy="892743"/>
            </a:xfrm>
            <a:prstGeom prst="rect">
              <a:avLst/>
            </a:prstGeom>
            <a:noFill/>
            <a:ln>
              <a:noFill/>
            </a:ln>
          </p:spPr>
          <p:txBody>
            <a:bodyPr anchorCtr="0" anchor="ctr" bIns="0" lIns="0" spcFirstLastPara="1" rIns="0" wrap="square" tIns="0">
              <a:noAutofit/>
            </a:bodyPr>
            <a:lstStyle/>
            <a:p>
              <a:pPr indent="0" lvl="0" marL="0" marR="0" rtl="0" algn="l">
                <a:lnSpc>
                  <a:spcPct val="120006"/>
                </a:lnSpc>
                <a:spcBef>
                  <a:spcPts val="0"/>
                </a:spcBef>
                <a:spcAft>
                  <a:spcPts val="0"/>
                </a:spcAft>
                <a:buClr>
                  <a:srgbClr val="000000"/>
                </a:buClr>
                <a:buSzPts val="3099"/>
                <a:buFont typeface="Arial"/>
                <a:buNone/>
              </a:pPr>
              <a:r>
                <a:rPr b="0" i="0" lang="en-US" sz="3099" u="none" cap="none" strike="noStrike">
                  <a:solidFill>
                    <a:srgbClr val="9CA3AF"/>
                  </a:solidFill>
                  <a:latin typeface="Calibri"/>
                  <a:ea typeface="Calibri"/>
                  <a:cs typeface="Calibri"/>
                  <a:sym typeface="Calibri"/>
                </a:rPr>
                <a:t>Universidad Andrés Bello</a:t>
              </a:r>
              <a:endParaRPr b="0" i="0" sz="1400" u="none" cap="none" strike="noStrike">
                <a:solidFill>
                  <a:srgbClr val="000000"/>
                </a:solidFill>
                <a:latin typeface="Arial"/>
                <a:ea typeface="Arial"/>
                <a:cs typeface="Arial"/>
                <a:sym typeface="Arial"/>
              </a:endParaRPr>
            </a:p>
          </p:txBody>
        </p:sp>
      </p:grpSp>
      <p:sp>
        <p:nvSpPr>
          <p:cNvPr id="118" name="Google Shape;118;p1"/>
          <p:cNvSpPr/>
          <p:nvPr/>
        </p:nvSpPr>
        <p:spPr>
          <a:xfrm>
            <a:off x="15760065" y="91428"/>
            <a:ext cx="2228285" cy="1874544"/>
          </a:xfrm>
          <a:custGeom>
            <a:rect b="b" l="l" r="r" t="t"/>
            <a:pathLst>
              <a:path extrusionOk="0" h="1874544" w="2228285">
                <a:moveTo>
                  <a:pt x="0" y="0"/>
                </a:moveTo>
                <a:lnTo>
                  <a:pt x="2228285" y="0"/>
                </a:lnTo>
                <a:lnTo>
                  <a:pt x="2228285" y="1874544"/>
                </a:lnTo>
                <a:lnTo>
                  <a:pt x="0" y="1874544"/>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A1A"/>
        </a:solidFill>
      </p:bgPr>
    </p:bg>
    <p:spTree>
      <p:nvGrpSpPr>
        <p:cNvPr id="126" name="Shape 126"/>
        <p:cNvGrpSpPr/>
        <p:nvPr/>
      </p:nvGrpSpPr>
      <p:grpSpPr>
        <a:xfrm>
          <a:off x="0" y="0"/>
          <a:ext cx="0" cy="0"/>
          <a:chOff x="0" y="0"/>
          <a:chExt cx="0" cy="0"/>
        </a:xfrm>
      </p:grpSpPr>
      <p:sp>
        <p:nvSpPr>
          <p:cNvPr id="127" name="Google Shape;127;p2"/>
          <p:cNvSpPr/>
          <p:nvPr/>
        </p:nvSpPr>
        <p:spPr>
          <a:xfrm>
            <a:off x="-12697" y="-12697"/>
            <a:ext cx="244887" cy="10312432"/>
          </a:xfrm>
          <a:custGeom>
            <a:rect b="b" l="l" r="r" t="t"/>
            <a:pathLst>
              <a:path extrusionOk="0" h="13749910" w="326517">
                <a:moveTo>
                  <a:pt x="0" y="0"/>
                </a:moveTo>
                <a:lnTo>
                  <a:pt x="326517" y="0"/>
                </a:lnTo>
                <a:lnTo>
                  <a:pt x="326517" y="13749910"/>
                </a:lnTo>
                <a:lnTo>
                  <a:pt x="0" y="13749910"/>
                </a:lnTo>
                <a:close/>
              </a:path>
            </a:pathLst>
          </a:custGeom>
          <a:solidFill>
            <a:srgbClr val="F47920"/>
          </a:solidFill>
          <a:ln cap="sq" cmpd="sng" w="25400">
            <a:solidFill>
              <a:srgbClr val="F47920"/>
            </a:solidFill>
            <a:prstDash val="solid"/>
            <a:miter lim="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 name="Google Shape;128;p2"/>
          <p:cNvSpPr/>
          <p:nvPr/>
        </p:nvSpPr>
        <p:spPr>
          <a:xfrm>
            <a:off x="206759" y="-12697"/>
            <a:ext cx="18093975" cy="135159"/>
          </a:xfrm>
          <a:custGeom>
            <a:rect b="b" l="l" r="r" t="t"/>
            <a:pathLst>
              <a:path extrusionOk="0" h="180213" w="24125301">
                <a:moveTo>
                  <a:pt x="0" y="0"/>
                </a:moveTo>
                <a:lnTo>
                  <a:pt x="24125301" y="0"/>
                </a:lnTo>
                <a:lnTo>
                  <a:pt x="24125301" y="180213"/>
                </a:lnTo>
                <a:lnTo>
                  <a:pt x="0" y="180213"/>
                </a:lnTo>
                <a:close/>
              </a:path>
            </a:pathLst>
          </a:custGeom>
          <a:solidFill>
            <a:srgbClr val="F47920"/>
          </a:solidFill>
          <a:ln cap="sq" cmpd="sng" w="25400">
            <a:solidFill>
              <a:srgbClr val="F47920"/>
            </a:solidFill>
            <a:prstDash val="solid"/>
            <a:miter lim="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29" name="Google Shape;129;p2"/>
          <p:cNvGrpSpPr/>
          <p:nvPr/>
        </p:nvGrpSpPr>
        <p:grpSpPr>
          <a:xfrm>
            <a:off x="640080" y="162306"/>
            <a:ext cx="17007840" cy="1062990"/>
            <a:chOff x="0" y="-76200"/>
            <a:chExt cx="22677120" cy="1417320"/>
          </a:xfrm>
        </p:grpSpPr>
        <p:sp>
          <p:nvSpPr>
            <p:cNvPr id="130" name="Google Shape;130;p2"/>
            <p:cNvSpPr/>
            <p:nvPr/>
          </p:nvSpPr>
          <p:spPr>
            <a:xfrm>
              <a:off x="0" y="0"/>
              <a:ext cx="22677120" cy="1341120"/>
            </a:xfrm>
            <a:custGeom>
              <a:rect b="b" l="l" r="r" t="t"/>
              <a:pathLst>
                <a:path extrusionOk="0" h="1341120" w="22677120">
                  <a:moveTo>
                    <a:pt x="0" y="0"/>
                  </a:moveTo>
                  <a:lnTo>
                    <a:pt x="22677120" y="0"/>
                  </a:lnTo>
                  <a:lnTo>
                    <a:pt x="22677120" y="1341120"/>
                  </a:lnTo>
                  <a:lnTo>
                    <a:pt x="0" y="1341120"/>
                  </a:lnTo>
                  <a:close/>
                </a:path>
              </a:pathLst>
            </a:custGeom>
            <a:blipFill rotWithShape="1">
              <a:blip r:embed="rId3">
                <a:alphaModFix amt="0"/>
              </a:blip>
              <a:stretch>
                <a:fillRect b="-279467" l="0" r="0" t="-279467"/>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 name="Google Shape;131;p2"/>
            <p:cNvSpPr txBox="1"/>
            <p:nvPr/>
          </p:nvSpPr>
          <p:spPr>
            <a:xfrm>
              <a:off x="0" y="-76200"/>
              <a:ext cx="22677120" cy="141732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00000"/>
                </a:buClr>
                <a:buSzPts val="4400"/>
                <a:buFont typeface="Arial"/>
                <a:buNone/>
              </a:pPr>
              <a:r>
                <a:rPr b="1" i="0" lang="en-US" sz="4400" u="none" cap="none" strike="noStrike">
                  <a:solidFill>
                    <a:srgbClr val="FFFFFF"/>
                  </a:solidFill>
                  <a:latin typeface="Calibri"/>
                  <a:ea typeface="Calibri"/>
                  <a:cs typeface="Calibri"/>
                  <a:sym typeface="Calibri"/>
                </a:rPr>
                <a:t>Incremento </a:t>
              </a:r>
              <a:r>
                <a:rPr b="1" lang="en-US" sz="4400">
                  <a:solidFill>
                    <a:srgbClr val="FFFFFF"/>
                  </a:solidFill>
                  <a:latin typeface="Calibri"/>
                  <a:ea typeface="Calibri"/>
                  <a:cs typeface="Calibri"/>
                  <a:sym typeface="Calibri"/>
                </a:rPr>
                <a:t>3</a:t>
              </a:r>
              <a:endParaRPr b="0" i="0" sz="1400" u="none" cap="none" strike="noStrike">
                <a:solidFill>
                  <a:srgbClr val="000000"/>
                </a:solidFill>
                <a:latin typeface="Arial"/>
                <a:ea typeface="Arial"/>
                <a:cs typeface="Arial"/>
                <a:sym typeface="Arial"/>
              </a:endParaRPr>
            </a:p>
          </p:txBody>
        </p:sp>
      </p:grpSp>
      <p:grpSp>
        <p:nvGrpSpPr>
          <p:cNvPr id="132" name="Google Shape;132;p2"/>
          <p:cNvGrpSpPr/>
          <p:nvPr/>
        </p:nvGrpSpPr>
        <p:grpSpPr>
          <a:xfrm>
            <a:off x="640080" y="9755505"/>
            <a:ext cx="17007840" cy="430911"/>
            <a:chOff x="0" y="-38100"/>
            <a:chExt cx="22677120" cy="574548"/>
          </a:xfrm>
        </p:grpSpPr>
        <p:sp>
          <p:nvSpPr>
            <p:cNvPr id="133" name="Google Shape;133;p2"/>
            <p:cNvSpPr/>
            <p:nvPr/>
          </p:nvSpPr>
          <p:spPr>
            <a:xfrm>
              <a:off x="0" y="0"/>
              <a:ext cx="22677120" cy="536448"/>
            </a:xfrm>
            <a:custGeom>
              <a:rect b="b" l="l" r="r" t="t"/>
              <a:pathLst>
                <a:path extrusionOk="0" h="536448" w="22677120">
                  <a:moveTo>
                    <a:pt x="0" y="0"/>
                  </a:moveTo>
                  <a:lnTo>
                    <a:pt x="22677120" y="0"/>
                  </a:lnTo>
                  <a:lnTo>
                    <a:pt x="22677120" y="536448"/>
                  </a:lnTo>
                  <a:lnTo>
                    <a:pt x="0" y="536448"/>
                  </a:lnTo>
                  <a:close/>
                </a:path>
              </a:pathLst>
            </a:custGeom>
            <a:blipFill rotWithShape="1">
              <a:blip r:embed="rId3">
                <a:alphaModFix amt="0"/>
              </a:blip>
              <a:stretch>
                <a:fillRect b="-773724" l="0" r="0" t="-773724"/>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 name="Google Shape;134;p2"/>
            <p:cNvSpPr txBox="1"/>
            <p:nvPr/>
          </p:nvSpPr>
          <p:spPr>
            <a:xfrm>
              <a:off x="0" y="-38100"/>
              <a:ext cx="22677120" cy="574548"/>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00000"/>
                </a:buClr>
                <a:buSzPts val="1800"/>
                <a:buFont typeface="Arial"/>
                <a:buNone/>
              </a:pPr>
              <a:r>
                <a:rPr b="0" i="0" lang="en-US" sz="1800" u="none" cap="none" strike="noStrike">
                  <a:solidFill>
                    <a:srgbClr val="9CA3AF"/>
                  </a:solidFill>
                  <a:latin typeface="Calibri"/>
                  <a:ea typeface="Calibri"/>
                  <a:cs typeface="Calibri"/>
                  <a:sym typeface="Calibri"/>
                </a:rPr>
                <a:t>Puertas Blindadas · Ingeniería de Software II · 2026</a:t>
              </a:r>
              <a:endParaRPr b="0" i="0" sz="1400" u="none" cap="none" strike="noStrike">
                <a:solidFill>
                  <a:srgbClr val="000000"/>
                </a:solidFill>
                <a:latin typeface="Arial"/>
                <a:ea typeface="Arial"/>
                <a:cs typeface="Arial"/>
                <a:sym typeface="Arial"/>
              </a:endParaRPr>
            </a:p>
          </p:txBody>
        </p:sp>
      </p:grpSp>
      <p:grpSp>
        <p:nvGrpSpPr>
          <p:cNvPr id="135" name="Google Shape;135;p2"/>
          <p:cNvGrpSpPr/>
          <p:nvPr/>
        </p:nvGrpSpPr>
        <p:grpSpPr>
          <a:xfrm>
            <a:off x="640080" y="1397889"/>
            <a:ext cx="17007840" cy="1125855"/>
            <a:chOff x="0" y="-38100"/>
            <a:chExt cx="22677120" cy="1501140"/>
          </a:xfrm>
        </p:grpSpPr>
        <p:sp>
          <p:nvSpPr>
            <p:cNvPr id="136" name="Google Shape;136;p2"/>
            <p:cNvSpPr/>
            <p:nvPr/>
          </p:nvSpPr>
          <p:spPr>
            <a:xfrm>
              <a:off x="0" y="0"/>
              <a:ext cx="22677120" cy="1463040"/>
            </a:xfrm>
            <a:custGeom>
              <a:rect b="b" l="l" r="r" t="t"/>
              <a:pathLst>
                <a:path extrusionOk="0" h="1463040" w="22677120">
                  <a:moveTo>
                    <a:pt x="0" y="0"/>
                  </a:moveTo>
                  <a:lnTo>
                    <a:pt x="22677120" y="0"/>
                  </a:lnTo>
                  <a:lnTo>
                    <a:pt x="22677120" y="1463040"/>
                  </a:lnTo>
                  <a:lnTo>
                    <a:pt x="0" y="1463040"/>
                  </a:lnTo>
                  <a:close/>
                </a:path>
              </a:pathLst>
            </a:custGeom>
            <a:blipFill rotWithShape="1">
              <a:blip r:embed="rId3">
                <a:alphaModFix amt="0"/>
              </a:blip>
              <a:stretch>
                <a:fillRect b="-252005" l="0" r="0" t="-252005"/>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 name="Google Shape;137;p2"/>
            <p:cNvSpPr txBox="1"/>
            <p:nvPr/>
          </p:nvSpPr>
          <p:spPr>
            <a:xfrm>
              <a:off x="0" y="-38100"/>
              <a:ext cx="22677120" cy="1501140"/>
            </a:xfrm>
            <a:prstGeom prst="rect">
              <a:avLst/>
            </a:prstGeom>
            <a:noFill/>
            <a:ln>
              <a:noFill/>
            </a:ln>
          </p:spPr>
          <p:txBody>
            <a:bodyPr anchorCtr="0" anchor="ctr" bIns="0" lIns="0" spcFirstLastPara="1" rIns="0" wrap="square" tIns="0">
              <a:noAutofit/>
            </a:bodyPr>
            <a:lstStyle/>
            <a:p>
              <a:pPr indent="0" lvl="0" marL="0" marR="0" rtl="0" algn="l">
                <a:lnSpc>
                  <a:spcPct val="119958"/>
                </a:lnSpc>
                <a:spcBef>
                  <a:spcPts val="0"/>
                </a:spcBef>
                <a:spcAft>
                  <a:spcPts val="0"/>
                </a:spcAft>
                <a:buClr>
                  <a:srgbClr val="000000"/>
                </a:buClr>
                <a:buSzPts val="2400"/>
                <a:buFont typeface="Arial"/>
                <a:buNone/>
              </a:pPr>
              <a:r>
                <a:rPr b="0" i="0" lang="en-US" sz="2400" u="none" cap="none" strike="noStrike">
                  <a:solidFill>
                    <a:srgbClr val="D1D5DB"/>
                  </a:solidFill>
                  <a:latin typeface="Calibri"/>
                  <a:ea typeface="Calibri"/>
                  <a:cs typeface="Calibri"/>
                  <a:sym typeface="Calibri"/>
                </a:rPr>
                <a:t>Los requerimientos funcionales del sistema fueron levantados a partir de entrevistas con el usuario , enfocadas en sus necesidades respecto al sistema de gestión de inventario.</a:t>
              </a:r>
              <a:endParaRPr b="0" i="0" sz="1400" u="none" cap="none" strike="noStrike">
                <a:solidFill>
                  <a:srgbClr val="000000"/>
                </a:solidFill>
                <a:latin typeface="Arial"/>
                <a:ea typeface="Arial"/>
                <a:cs typeface="Arial"/>
                <a:sym typeface="Arial"/>
              </a:endParaRPr>
            </a:p>
          </p:txBody>
        </p:sp>
      </p:grpSp>
      <p:sp>
        <p:nvSpPr>
          <p:cNvPr id="138" name="Google Shape;138;p2"/>
          <p:cNvSpPr/>
          <p:nvPr/>
        </p:nvSpPr>
        <p:spPr>
          <a:xfrm>
            <a:off x="621030" y="2632710"/>
            <a:ext cx="5250180" cy="2781300"/>
          </a:xfrm>
          <a:custGeom>
            <a:rect b="b" l="l" r="r" t="t"/>
            <a:pathLst>
              <a:path extrusionOk="0" h="3708400" w="7000240">
                <a:moveTo>
                  <a:pt x="0" y="0"/>
                </a:moveTo>
                <a:lnTo>
                  <a:pt x="7000240" y="0"/>
                </a:lnTo>
                <a:lnTo>
                  <a:pt x="7000240" y="3708400"/>
                </a:lnTo>
                <a:lnTo>
                  <a:pt x="0" y="3708400"/>
                </a:lnTo>
                <a:close/>
              </a:path>
            </a:pathLst>
          </a:custGeom>
          <a:solidFill>
            <a:srgbClr val="2E2E2E"/>
          </a:solidFill>
          <a:ln cap="sq" cmpd="sng" w="38100">
            <a:solidFill>
              <a:srgbClr val="F47920"/>
            </a:solidFill>
            <a:prstDash val="solid"/>
            <a:miter lim="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39" name="Google Shape;139;p2"/>
          <p:cNvGrpSpPr/>
          <p:nvPr/>
        </p:nvGrpSpPr>
        <p:grpSpPr>
          <a:xfrm>
            <a:off x="822960" y="2741771"/>
            <a:ext cx="4846320" cy="1601629"/>
            <a:chOff x="0" y="-123825"/>
            <a:chExt cx="6461760" cy="2135505"/>
          </a:xfrm>
        </p:grpSpPr>
        <p:sp>
          <p:nvSpPr>
            <p:cNvPr id="140" name="Google Shape;140;p2"/>
            <p:cNvSpPr/>
            <p:nvPr/>
          </p:nvSpPr>
          <p:spPr>
            <a:xfrm>
              <a:off x="0" y="0"/>
              <a:ext cx="6461760" cy="2011680"/>
            </a:xfrm>
            <a:custGeom>
              <a:rect b="b" l="l" r="r" t="t"/>
              <a:pathLst>
                <a:path extrusionOk="0" h="2011680" w="6461760">
                  <a:moveTo>
                    <a:pt x="0" y="0"/>
                  </a:moveTo>
                  <a:lnTo>
                    <a:pt x="6461760" y="0"/>
                  </a:lnTo>
                  <a:lnTo>
                    <a:pt x="6461760" y="2011680"/>
                  </a:lnTo>
                  <a:lnTo>
                    <a:pt x="0" y="2011680"/>
                  </a:lnTo>
                  <a:close/>
                </a:path>
              </a:pathLst>
            </a:custGeom>
            <a:blipFill rotWithShape="1">
              <a:blip r:embed="rId3">
                <a:alphaModFix amt="0"/>
              </a:blip>
              <a:stretch>
                <a:fillRect b="-12588" l="0" r="0" t="-12588"/>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 name="Google Shape;141;p2"/>
            <p:cNvSpPr txBox="1"/>
            <p:nvPr/>
          </p:nvSpPr>
          <p:spPr>
            <a:xfrm>
              <a:off x="0" y="-123825"/>
              <a:ext cx="6461760" cy="2135505"/>
            </a:xfrm>
            <a:prstGeom prst="rect">
              <a:avLst/>
            </a:prstGeom>
            <a:noFill/>
            <a:ln>
              <a:noFill/>
            </a:ln>
          </p:spPr>
          <p:txBody>
            <a:bodyPr anchorCtr="0" anchor="b" bIns="0" lIns="0" spcFirstLastPara="1" rIns="0" wrap="square" tIns="0">
              <a:noAutofit/>
            </a:bodyPr>
            <a:lstStyle/>
            <a:p>
              <a:pPr indent="0" lvl="0" marL="0" marR="0" rtl="0" algn="ctr">
                <a:lnSpc>
                  <a:spcPct val="120000"/>
                </a:lnSpc>
                <a:spcBef>
                  <a:spcPts val="0"/>
                </a:spcBef>
                <a:spcAft>
                  <a:spcPts val="0"/>
                </a:spcAft>
                <a:buClr>
                  <a:srgbClr val="000000"/>
                </a:buClr>
                <a:buSzPts val="6400"/>
                <a:buFont typeface="Arial"/>
                <a:buNone/>
              </a:pPr>
              <a:r>
                <a:rPr b="1" i="0" lang="en-US" sz="6400" u="none" cap="none" strike="noStrike">
                  <a:solidFill>
                    <a:srgbClr val="F47920"/>
                  </a:solidFill>
                  <a:latin typeface="Calibri"/>
                  <a:ea typeface="Calibri"/>
                  <a:cs typeface="Calibri"/>
                  <a:sym typeface="Calibri"/>
                </a:rPr>
                <a:t>82</a:t>
              </a:r>
              <a:endParaRPr b="0" i="0" sz="1400" u="none" cap="none" strike="noStrike">
                <a:solidFill>
                  <a:srgbClr val="000000"/>
                </a:solidFill>
                <a:latin typeface="Arial"/>
                <a:ea typeface="Arial"/>
                <a:cs typeface="Arial"/>
                <a:sym typeface="Arial"/>
              </a:endParaRPr>
            </a:p>
          </p:txBody>
        </p:sp>
      </p:grpSp>
      <p:sp>
        <p:nvSpPr>
          <p:cNvPr id="142" name="Google Shape;142;p2"/>
          <p:cNvSpPr txBox="1"/>
          <p:nvPr/>
        </p:nvSpPr>
        <p:spPr>
          <a:xfrm>
            <a:off x="822960" y="4250055"/>
            <a:ext cx="4846320" cy="1090041"/>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2200"/>
              <a:buFont typeface="Arial"/>
              <a:buNone/>
            </a:pPr>
            <a:r>
              <a:rPr b="0" i="0" lang="en-US" sz="2200" u="none" cap="none" strike="noStrike">
                <a:solidFill>
                  <a:srgbClr val="D1D5DB"/>
                </a:solidFill>
                <a:latin typeface="Calibri"/>
                <a:ea typeface="Calibri"/>
                <a:cs typeface="Calibri"/>
                <a:sym typeface="Calibri"/>
              </a:rPr>
              <a:t>Requerimientos</a:t>
            </a:r>
            <a:endParaRPr b="0" i="0" sz="1400" u="none" cap="none" strike="noStrike">
              <a:solidFill>
                <a:srgbClr val="000000"/>
              </a:solidFill>
              <a:latin typeface="Arial"/>
              <a:ea typeface="Arial"/>
              <a:cs typeface="Arial"/>
              <a:sym typeface="Arial"/>
            </a:endParaRPr>
          </a:p>
          <a:p>
            <a:pPr indent="0" lvl="0" marL="0" marR="0" rtl="0" algn="ctr">
              <a:lnSpc>
                <a:spcPct val="120000"/>
              </a:lnSpc>
              <a:spcBef>
                <a:spcPts val="0"/>
              </a:spcBef>
              <a:spcAft>
                <a:spcPts val="0"/>
              </a:spcAft>
              <a:buClr>
                <a:srgbClr val="000000"/>
              </a:buClr>
              <a:buSzPts val="2200"/>
              <a:buFont typeface="Arial"/>
              <a:buNone/>
            </a:pPr>
            <a:r>
              <a:rPr b="0" i="0" lang="en-US" sz="2200" u="none" cap="none" strike="noStrike">
                <a:solidFill>
                  <a:srgbClr val="D1D5DB"/>
                </a:solidFill>
                <a:latin typeface="Calibri"/>
                <a:ea typeface="Calibri"/>
                <a:cs typeface="Calibri"/>
                <a:sym typeface="Calibri"/>
              </a:rPr>
              <a:t>Funcionales totales</a:t>
            </a:r>
            <a:endParaRPr b="0" i="0" sz="1400" u="none" cap="none" strike="noStrike">
              <a:solidFill>
                <a:srgbClr val="000000"/>
              </a:solidFill>
              <a:latin typeface="Arial"/>
              <a:ea typeface="Arial"/>
              <a:cs typeface="Arial"/>
              <a:sym typeface="Arial"/>
            </a:endParaRPr>
          </a:p>
        </p:txBody>
      </p:sp>
      <p:sp>
        <p:nvSpPr>
          <p:cNvPr id="143" name="Google Shape;143;p2"/>
          <p:cNvSpPr/>
          <p:nvPr/>
        </p:nvSpPr>
        <p:spPr>
          <a:xfrm>
            <a:off x="6198870" y="2632710"/>
            <a:ext cx="5250180" cy="2781300"/>
          </a:xfrm>
          <a:custGeom>
            <a:rect b="b" l="l" r="r" t="t"/>
            <a:pathLst>
              <a:path extrusionOk="0" h="3708400" w="7000240">
                <a:moveTo>
                  <a:pt x="0" y="0"/>
                </a:moveTo>
                <a:lnTo>
                  <a:pt x="7000240" y="0"/>
                </a:lnTo>
                <a:lnTo>
                  <a:pt x="7000240" y="3708400"/>
                </a:lnTo>
                <a:lnTo>
                  <a:pt x="0" y="3708400"/>
                </a:lnTo>
                <a:close/>
              </a:path>
            </a:pathLst>
          </a:custGeom>
          <a:solidFill>
            <a:srgbClr val="2E2E2E"/>
          </a:solidFill>
          <a:ln cap="sq" cmpd="sng" w="38100">
            <a:solidFill>
              <a:srgbClr val="FF9A45"/>
            </a:solidFill>
            <a:prstDash val="solid"/>
            <a:miter lim="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44" name="Google Shape;144;p2"/>
          <p:cNvGrpSpPr/>
          <p:nvPr/>
        </p:nvGrpSpPr>
        <p:grpSpPr>
          <a:xfrm>
            <a:off x="6400800" y="2741771"/>
            <a:ext cx="4846320" cy="1601629"/>
            <a:chOff x="0" y="-123825"/>
            <a:chExt cx="6461760" cy="2135505"/>
          </a:xfrm>
        </p:grpSpPr>
        <p:sp>
          <p:nvSpPr>
            <p:cNvPr id="145" name="Google Shape;145;p2"/>
            <p:cNvSpPr/>
            <p:nvPr/>
          </p:nvSpPr>
          <p:spPr>
            <a:xfrm>
              <a:off x="0" y="0"/>
              <a:ext cx="6461760" cy="2011680"/>
            </a:xfrm>
            <a:custGeom>
              <a:rect b="b" l="l" r="r" t="t"/>
              <a:pathLst>
                <a:path extrusionOk="0" h="2011680" w="6461760">
                  <a:moveTo>
                    <a:pt x="0" y="0"/>
                  </a:moveTo>
                  <a:lnTo>
                    <a:pt x="6461760" y="0"/>
                  </a:lnTo>
                  <a:lnTo>
                    <a:pt x="6461760" y="2011680"/>
                  </a:lnTo>
                  <a:lnTo>
                    <a:pt x="0" y="2011680"/>
                  </a:lnTo>
                  <a:close/>
                </a:path>
              </a:pathLst>
            </a:custGeom>
            <a:blipFill rotWithShape="1">
              <a:blip r:embed="rId3">
                <a:alphaModFix amt="0"/>
              </a:blip>
              <a:stretch>
                <a:fillRect b="-12588" l="0" r="0" t="-12588"/>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 name="Google Shape;146;p2"/>
            <p:cNvSpPr txBox="1"/>
            <p:nvPr/>
          </p:nvSpPr>
          <p:spPr>
            <a:xfrm>
              <a:off x="0" y="-123825"/>
              <a:ext cx="6461760" cy="2135505"/>
            </a:xfrm>
            <a:prstGeom prst="rect">
              <a:avLst/>
            </a:prstGeom>
            <a:noFill/>
            <a:ln>
              <a:noFill/>
            </a:ln>
          </p:spPr>
          <p:txBody>
            <a:bodyPr anchorCtr="0" anchor="b" bIns="0" lIns="0" spcFirstLastPara="1" rIns="0" wrap="square" tIns="0">
              <a:noAutofit/>
            </a:bodyPr>
            <a:lstStyle/>
            <a:p>
              <a:pPr indent="0" lvl="0" marL="0" marR="0" rtl="0" algn="ctr">
                <a:lnSpc>
                  <a:spcPct val="120000"/>
                </a:lnSpc>
                <a:spcBef>
                  <a:spcPts val="0"/>
                </a:spcBef>
                <a:spcAft>
                  <a:spcPts val="0"/>
                </a:spcAft>
                <a:buClr>
                  <a:srgbClr val="000000"/>
                </a:buClr>
                <a:buSzPts val="6400"/>
                <a:buFont typeface="Arial"/>
                <a:buNone/>
              </a:pPr>
              <a:r>
                <a:rPr b="1" lang="en-US" sz="6400">
                  <a:solidFill>
                    <a:srgbClr val="FF9A45"/>
                  </a:solidFill>
                  <a:latin typeface="Calibri"/>
                  <a:ea typeface="Calibri"/>
                  <a:cs typeface="Calibri"/>
                  <a:sym typeface="Calibri"/>
                </a:rPr>
                <a:t>17</a:t>
              </a:r>
              <a:endParaRPr b="0" i="0" sz="1400" u="none" cap="none" strike="noStrike">
                <a:solidFill>
                  <a:srgbClr val="000000"/>
                </a:solidFill>
                <a:latin typeface="Arial"/>
                <a:ea typeface="Arial"/>
                <a:cs typeface="Arial"/>
                <a:sym typeface="Arial"/>
              </a:endParaRPr>
            </a:p>
          </p:txBody>
        </p:sp>
      </p:grpSp>
      <p:sp>
        <p:nvSpPr>
          <p:cNvPr id="147" name="Google Shape;147;p2"/>
          <p:cNvSpPr txBox="1"/>
          <p:nvPr/>
        </p:nvSpPr>
        <p:spPr>
          <a:xfrm>
            <a:off x="6400800" y="4250055"/>
            <a:ext cx="4846200" cy="7449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2200"/>
              <a:buFont typeface="Arial"/>
              <a:buNone/>
            </a:pPr>
            <a:r>
              <a:rPr b="0" i="0" lang="en-US" sz="2200" u="none" cap="none" strike="noStrike">
                <a:solidFill>
                  <a:srgbClr val="D1D5DB"/>
                </a:solidFill>
                <a:latin typeface="Calibri"/>
                <a:ea typeface="Calibri"/>
                <a:cs typeface="Calibri"/>
                <a:sym typeface="Calibri"/>
              </a:rPr>
              <a:t>RF contemplados</a:t>
            </a:r>
            <a:endParaRPr b="0" i="0" sz="1400" u="none" cap="none" strike="noStrike">
              <a:solidFill>
                <a:srgbClr val="000000"/>
              </a:solidFill>
              <a:latin typeface="Arial"/>
              <a:ea typeface="Arial"/>
              <a:cs typeface="Arial"/>
              <a:sym typeface="Arial"/>
            </a:endParaRPr>
          </a:p>
          <a:p>
            <a:pPr indent="0" lvl="0" marL="0" marR="0" rtl="0" algn="ctr">
              <a:lnSpc>
                <a:spcPct val="120000"/>
              </a:lnSpc>
              <a:spcBef>
                <a:spcPts val="0"/>
              </a:spcBef>
              <a:spcAft>
                <a:spcPts val="0"/>
              </a:spcAft>
              <a:buClr>
                <a:srgbClr val="000000"/>
              </a:buClr>
              <a:buSzPts val="2200"/>
              <a:buFont typeface="Arial"/>
              <a:buNone/>
            </a:pPr>
            <a:r>
              <a:rPr b="0" i="0" lang="en-US" sz="2200" u="none" cap="none" strike="noStrike">
                <a:solidFill>
                  <a:srgbClr val="D1D5DB"/>
                </a:solidFill>
                <a:latin typeface="Calibri"/>
                <a:ea typeface="Calibri"/>
                <a:cs typeface="Calibri"/>
                <a:sym typeface="Calibri"/>
              </a:rPr>
              <a:t>en Incremento </a:t>
            </a:r>
            <a:r>
              <a:rPr lang="en-US" sz="2200">
                <a:solidFill>
                  <a:srgbClr val="D1D5DB"/>
                </a:solidFill>
                <a:latin typeface="Calibri"/>
                <a:ea typeface="Calibri"/>
                <a:cs typeface="Calibri"/>
                <a:sym typeface="Calibri"/>
              </a:rPr>
              <a:t>3</a:t>
            </a:r>
            <a:endParaRPr b="0" i="0" sz="1400" u="none" cap="none" strike="noStrike">
              <a:solidFill>
                <a:srgbClr val="000000"/>
              </a:solidFill>
              <a:latin typeface="Arial"/>
              <a:ea typeface="Arial"/>
              <a:cs typeface="Arial"/>
              <a:sym typeface="Arial"/>
            </a:endParaRPr>
          </a:p>
        </p:txBody>
      </p:sp>
      <p:sp>
        <p:nvSpPr>
          <p:cNvPr id="148" name="Google Shape;148;p2"/>
          <p:cNvSpPr/>
          <p:nvPr/>
        </p:nvSpPr>
        <p:spPr>
          <a:xfrm>
            <a:off x="11776710" y="2632710"/>
            <a:ext cx="5890260" cy="2781300"/>
          </a:xfrm>
          <a:custGeom>
            <a:rect b="b" l="l" r="r" t="t"/>
            <a:pathLst>
              <a:path extrusionOk="0" h="3708400" w="7853680">
                <a:moveTo>
                  <a:pt x="0" y="0"/>
                </a:moveTo>
                <a:lnTo>
                  <a:pt x="7853680" y="0"/>
                </a:lnTo>
                <a:lnTo>
                  <a:pt x="7853680" y="3708400"/>
                </a:lnTo>
                <a:lnTo>
                  <a:pt x="0" y="3708400"/>
                </a:lnTo>
                <a:close/>
              </a:path>
            </a:pathLst>
          </a:custGeom>
          <a:solidFill>
            <a:srgbClr val="2E2E2E"/>
          </a:solidFill>
          <a:ln cap="sq" cmpd="sng" w="38100">
            <a:solidFill>
              <a:srgbClr val="F47920"/>
            </a:solidFill>
            <a:prstDash val="solid"/>
            <a:miter lim="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49" name="Google Shape;149;p2"/>
          <p:cNvGrpSpPr/>
          <p:nvPr/>
        </p:nvGrpSpPr>
        <p:grpSpPr>
          <a:xfrm>
            <a:off x="11978640" y="2696359"/>
            <a:ext cx="5486400" cy="1647041"/>
            <a:chOff x="0" y="-184375"/>
            <a:chExt cx="7315200" cy="2196055"/>
          </a:xfrm>
        </p:grpSpPr>
        <p:sp>
          <p:nvSpPr>
            <p:cNvPr id="150" name="Google Shape;150;p2"/>
            <p:cNvSpPr/>
            <p:nvPr/>
          </p:nvSpPr>
          <p:spPr>
            <a:xfrm>
              <a:off x="0" y="0"/>
              <a:ext cx="7315200" cy="2011680"/>
            </a:xfrm>
            <a:custGeom>
              <a:rect b="b" l="l" r="r" t="t"/>
              <a:pathLst>
                <a:path extrusionOk="0" h="2011680" w="7315200">
                  <a:moveTo>
                    <a:pt x="0" y="0"/>
                  </a:moveTo>
                  <a:lnTo>
                    <a:pt x="7315200" y="0"/>
                  </a:lnTo>
                  <a:lnTo>
                    <a:pt x="7315200" y="2011680"/>
                  </a:lnTo>
                  <a:lnTo>
                    <a:pt x="0" y="2011680"/>
                  </a:lnTo>
                  <a:close/>
                </a:path>
              </a:pathLst>
            </a:custGeom>
            <a:blipFill rotWithShape="1">
              <a:blip r:embed="rId3">
                <a:alphaModFix amt="0"/>
              </a:blip>
              <a:stretch>
                <a:fillRect b="-20854" l="0" r="0" t="-20854"/>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 name="Google Shape;151;p2"/>
            <p:cNvSpPr txBox="1"/>
            <p:nvPr/>
          </p:nvSpPr>
          <p:spPr>
            <a:xfrm>
              <a:off x="0" y="-184375"/>
              <a:ext cx="7315200" cy="2135400"/>
            </a:xfrm>
            <a:prstGeom prst="rect">
              <a:avLst/>
            </a:prstGeom>
            <a:noFill/>
            <a:ln>
              <a:noFill/>
            </a:ln>
          </p:spPr>
          <p:txBody>
            <a:bodyPr anchorCtr="0" anchor="b" bIns="0" lIns="0" spcFirstLastPara="1" rIns="0" wrap="square" tIns="0">
              <a:noAutofit/>
            </a:bodyPr>
            <a:lstStyle/>
            <a:p>
              <a:pPr indent="0" lvl="0" marL="0" marR="0" rtl="0" algn="ctr">
                <a:lnSpc>
                  <a:spcPct val="120000"/>
                </a:lnSpc>
                <a:spcBef>
                  <a:spcPts val="0"/>
                </a:spcBef>
                <a:spcAft>
                  <a:spcPts val="0"/>
                </a:spcAft>
                <a:buClr>
                  <a:srgbClr val="000000"/>
                </a:buClr>
                <a:buSzPts val="6400"/>
                <a:buFont typeface="Arial"/>
                <a:buNone/>
              </a:pPr>
              <a:r>
                <a:rPr b="1" lang="en-US" sz="6400">
                  <a:solidFill>
                    <a:srgbClr val="F47920"/>
                  </a:solidFill>
                  <a:latin typeface="Calibri"/>
                  <a:ea typeface="Calibri"/>
                  <a:cs typeface="Calibri"/>
                  <a:sym typeface="Calibri"/>
                </a:rPr>
                <a:t>20,73%</a:t>
              </a:r>
              <a:endParaRPr b="0" i="0" sz="1400" u="none" cap="none" strike="noStrike">
                <a:solidFill>
                  <a:srgbClr val="000000"/>
                </a:solidFill>
                <a:latin typeface="Arial"/>
                <a:ea typeface="Arial"/>
                <a:cs typeface="Arial"/>
                <a:sym typeface="Arial"/>
              </a:endParaRPr>
            </a:p>
          </p:txBody>
        </p:sp>
      </p:grpSp>
      <p:sp>
        <p:nvSpPr>
          <p:cNvPr id="152" name="Google Shape;152;p2"/>
          <p:cNvSpPr txBox="1"/>
          <p:nvPr/>
        </p:nvSpPr>
        <p:spPr>
          <a:xfrm>
            <a:off x="11978640" y="4250055"/>
            <a:ext cx="5486400" cy="7449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2200"/>
              <a:buFont typeface="Arial"/>
              <a:buNone/>
            </a:pPr>
            <a:r>
              <a:rPr b="0" i="0" lang="en-US" sz="2200" u="none" cap="none" strike="noStrike">
                <a:solidFill>
                  <a:srgbClr val="D1D5DB"/>
                </a:solidFill>
                <a:latin typeface="Calibri"/>
                <a:ea typeface="Calibri"/>
                <a:cs typeface="Calibri"/>
                <a:sym typeface="Calibri"/>
              </a:rPr>
              <a:t>Del total de RF</a:t>
            </a:r>
            <a:endParaRPr b="0" i="0" sz="1400" u="none" cap="none" strike="noStrike">
              <a:solidFill>
                <a:srgbClr val="000000"/>
              </a:solidFill>
              <a:latin typeface="Arial"/>
              <a:ea typeface="Arial"/>
              <a:cs typeface="Arial"/>
              <a:sym typeface="Arial"/>
            </a:endParaRPr>
          </a:p>
          <a:p>
            <a:pPr indent="0" lvl="0" marL="0" marR="0" rtl="0" algn="ctr">
              <a:lnSpc>
                <a:spcPct val="120000"/>
              </a:lnSpc>
              <a:spcBef>
                <a:spcPts val="0"/>
              </a:spcBef>
              <a:spcAft>
                <a:spcPts val="0"/>
              </a:spcAft>
              <a:buClr>
                <a:srgbClr val="000000"/>
              </a:buClr>
              <a:buSzPts val="2200"/>
              <a:buFont typeface="Arial"/>
              <a:buNone/>
            </a:pPr>
            <a:r>
              <a:rPr b="0" i="0" lang="en-US" sz="2200" u="none" cap="none" strike="noStrike">
                <a:solidFill>
                  <a:srgbClr val="D1D5DB"/>
                </a:solidFill>
                <a:latin typeface="Calibri"/>
                <a:ea typeface="Calibri"/>
                <a:cs typeface="Calibri"/>
                <a:sym typeface="Calibri"/>
              </a:rPr>
              <a:t>cubiertos en Inc. </a:t>
            </a:r>
            <a:r>
              <a:rPr lang="en-US" sz="2200">
                <a:solidFill>
                  <a:srgbClr val="D1D5DB"/>
                </a:solidFill>
                <a:latin typeface="Calibri"/>
                <a:ea typeface="Calibri"/>
                <a:cs typeface="Calibri"/>
                <a:sym typeface="Calibri"/>
              </a:rPr>
              <a:t>3</a:t>
            </a:r>
            <a:endParaRPr b="0" i="0" sz="1400" u="none" cap="none" strike="noStrike">
              <a:solidFill>
                <a:srgbClr val="000000"/>
              </a:solidFill>
              <a:latin typeface="Arial"/>
              <a:ea typeface="Arial"/>
              <a:cs typeface="Arial"/>
              <a:sym typeface="Arial"/>
            </a:endParaRPr>
          </a:p>
        </p:txBody>
      </p:sp>
      <p:sp>
        <p:nvSpPr>
          <p:cNvPr id="153" name="Google Shape;153;p2"/>
          <p:cNvSpPr/>
          <p:nvPr/>
        </p:nvSpPr>
        <p:spPr>
          <a:xfrm>
            <a:off x="621030" y="6381750"/>
            <a:ext cx="5250180" cy="2872740"/>
          </a:xfrm>
          <a:custGeom>
            <a:rect b="b" l="l" r="r" t="t"/>
            <a:pathLst>
              <a:path extrusionOk="0" h="3830320" w="7000240">
                <a:moveTo>
                  <a:pt x="0" y="0"/>
                </a:moveTo>
                <a:lnTo>
                  <a:pt x="7000240" y="0"/>
                </a:lnTo>
                <a:lnTo>
                  <a:pt x="7000240" y="3830320"/>
                </a:lnTo>
                <a:lnTo>
                  <a:pt x="0" y="3830320"/>
                </a:lnTo>
                <a:close/>
              </a:path>
            </a:pathLst>
          </a:custGeom>
          <a:solidFill>
            <a:srgbClr val="2E2E2E"/>
          </a:solidFill>
          <a:ln cap="sq" cmpd="sng" w="38100">
            <a:solidFill>
              <a:srgbClr val="9CA3AF"/>
            </a:solidFill>
            <a:prstDash val="solid"/>
            <a:miter lim="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54" name="Google Shape;154;p2"/>
          <p:cNvGrpSpPr/>
          <p:nvPr/>
        </p:nvGrpSpPr>
        <p:grpSpPr>
          <a:xfrm>
            <a:off x="792400" y="6583680"/>
            <a:ext cx="4876880" cy="1559052"/>
            <a:chOff x="-40747" y="0"/>
            <a:chExt cx="6502507" cy="2078736"/>
          </a:xfrm>
        </p:grpSpPr>
        <p:sp>
          <p:nvSpPr>
            <p:cNvPr id="155" name="Google Shape;155;p2"/>
            <p:cNvSpPr/>
            <p:nvPr/>
          </p:nvSpPr>
          <p:spPr>
            <a:xfrm>
              <a:off x="0" y="0"/>
              <a:ext cx="6461760" cy="2078736"/>
            </a:xfrm>
            <a:custGeom>
              <a:rect b="b" l="l" r="r" t="t"/>
              <a:pathLst>
                <a:path extrusionOk="0" h="2078736" w="6461760">
                  <a:moveTo>
                    <a:pt x="0" y="0"/>
                  </a:moveTo>
                  <a:lnTo>
                    <a:pt x="6461760" y="0"/>
                  </a:lnTo>
                  <a:lnTo>
                    <a:pt x="6461760" y="2078736"/>
                  </a:lnTo>
                  <a:lnTo>
                    <a:pt x="0" y="2078736"/>
                  </a:lnTo>
                  <a:close/>
                </a:path>
              </a:pathLst>
            </a:custGeom>
            <a:blipFill rotWithShape="1">
              <a:blip r:embed="rId3">
                <a:alphaModFix amt="0"/>
              </a:blip>
              <a:stretch>
                <a:fillRect b="-10569" l="0" r="0" t="-10569"/>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 name="Google Shape;156;p2"/>
            <p:cNvSpPr txBox="1"/>
            <p:nvPr/>
          </p:nvSpPr>
          <p:spPr>
            <a:xfrm>
              <a:off x="-40747" y="449565"/>
              <a:ext cx="6461700" cy="1154400"/>
            </a:xfrm>
            <a:prstGeom prst="rect">
              <a:avLst/>
            </a:prstGeom>
            <a:noFill/>
            <a:ln>
              <a:noFill/>
            </a:ln>
          </p:spPr>
          <p:txBody>
            <a:bodyPr anchorCtr="0" anchor="b" bIns="0" lIns="0" spcFirstLastPara="1" rIns="0" wrap="square" tIns="0">
              <a:noAutofit/>
            </a:bodyPr>
            <a:lstStyle/>
            <a:p>
              <a:pPr indent="0" lvl="0" marL="0" marR="0" rtl="0" algn="ctr">
                <a:lnSpc>
                  <a:spcPct val="120000"/>
                </a:lnSpc>
                <a:spcBef>
                  <a:spcPts val="0"/>
                </a:spcBef>
                <a:spcAft>
                  <a:spcPts val="0"/>
                </a:spcAft>
                <a:buClr>
                  <a:srgbClr val="000000"/>
                </a:buClr>
                <a:buSzPts val="6400"/>
                <a:buFont typeface="Arial"/>
                <a:buNone/>
              </a:pPr>
              <a:r>
                <a:rPr b="1" lang="en-US" sz="6400">
                  <a:solidFill>
                    <a:srgbClr val="9CA3AF"/>
                  </a:solidFill>
                  <a:latin typeface="Calibri"/>
                  <a:ea typeface="Calibri"/>
                  <a:cs typeface="Calibri"/>
                  <a:sym typeface="Calibri"/>
                </a:rPr>
                <a:t>17</a:t>
              </a:r>
              <a:endParaRPr b="0" i="0" sz="1400" u="none" cap="none" strike="noStrike">
                <a:solidFill>
                  <a:srgbClr val="000000"/>
                </a:solidFill>
                <a:latin typeface="Arial"/>
                <a:ea typeface="Arial"/>
                <a:cs typeface="Arial"/>
                <a:sym typeface="Arial"/>
              </a:endParaRPr>
            </a:p>
          </p:txBody>
        </p:sp>
      </p:grpSp>
      <p:sp>
        <p:nvSpPr>
          <p:cNvPr id="157" name="Google Shape;157;p2"/>
          <p:cNvSpPr txBox="1"/>
          <p:nvPr/>
        </p:nvSpPr>
        <p:spPr>
          <a:xfrm>
            <a:off x="822960" y="8053959"/>
            <a:ext cx="4846320" cy="1124788"/>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2200"/>
              <a:buFont typeface="Arial"/>
              <a:buNone/>
            </a:pPr>
            <a:r>
              <a:rPr b="0" i="0" lang="en-US" sz="2200" u="none" cap="none" strike="noStrike">
                <a:solidFill>
                  <a:srgbClr val="D1D5DB"/>
                </a:solidFill>
                <a:latin typeface="Calibri"/>
                <a:ea typeface="Calibri"/>
                <a:cs typeface="Calibri"/>
                <a:sym typeface="Calibri"/>
              </a:rPr>
              <a:t>Requerimientos</a:t>
            </a:r>
            <a:endParaRPr b="0" i="0" sz="1400" u="none" cap="none" strike="noStrike">
              <a:solidFill>
                <a:srgbClr val="000000"/>
              </a:solidFill>
              <a:latin typeface="Arial"/>
              <a:ea typeface="Arial"/>
              <a:cs typeface="Arial"/>
              <a:sym typeface="Arial"/>
            </a:endParaRPr>
          </a:p>
          <a:p>
            <a:pPr indent="0" lvl="0" marL="0" marR="0" rtl="0" algn="ctr">
              <a:lnSpc>
                <a:spcPct val="120000"/>
              </a:lnSpc>
              <a:spcBef>
                <a:spcPts val="0"/>
              </a:spcBef>
              <a:spcAft>
                <a:spcPts val="0"/>
              </a:spcAft>
              <a:buClr>
                <a:srgbClr val="000000"/>
              </a:buClr>
              <a:buSzPts val="2200"/>
              <a:buFont typeface="Arial"/>
              <a:buNone/>
            </a:pPr>
            <a:r>
              <a:rPr b="0" i="0" lang="en-US" sz="2200" u="none" cap="none" strike="noStrike">
                <a:solidFill>
                  <a:srgbClr val="D1D5DB"/>
                </a:solidFill>
                <a:latin typeface="Calibri"/>
                <a:ea typeface="Calibri"/>
                <a:cs typeface="Calibri"/>
                <a:sym typeface="Calibri"/>
              </a:rPr>
              <a:t>de Usuario (UR)</a:t>
            </a:r>
            <a:endParaRPr b="0" i="0" sz="1400" u="none" cap="none" strike="noStrike">
              <a:solidFill>
                <a:srgbClr val="000000"/>
              </a:solidFill>
              <a:latin typeface="Arial"/>
              <a:ea typeface="Arial"/>
              <a:cs typeface="Arial"/>
              <a:sym typeface="Arial"/>
            </a:endParaRPr>
          </a:p>
        </p:txBody>
      </p:sp>
      <p:sp>
        <p:nvSpPr>
          <p:cNvPr id="158" name="Google Shape;158;p2"/>
          <p:cNvSpPr/>
          <p:nvPr/>
        </p:nvSpPr>
        <p:spPr>
          <a:xfrm>
            <a:off x="6198870" y="6381750"/>
            <a:ext cx="5250180" cy="2872740"/>
          </a:xfrm>
          <a:custGeom>
            <a:rect b="b" l="l" r="r" t="t"/>
            <a:pathLst>
              <a:path extrusionOk="0" h="3830320" w="7000240">
                <a:moveTo>
                  <a:pt x="0" y="0"/>
                </a:moveTo>
                <a:lnTo>
                  <a:pt x="7000240" y="0"/>
                </a:lnTo>
                <a:lnTo>
                  <a:pt x="7000240" y="3830320"/>
                </a:lnTo>
                <a:lnTo>
                  <a:pt x="0" y="3830320"/>
                </a:lnTo>
                <a:close/>
              </a:path>
            </a:pathLst>
          </a:custGeom>
          <a:solidFill>
            <a:srgbClr val="2E2E2E"/>
          </a:solidFill>
          <a:ln cap="sq" cmpd="sng" w="38100">
            <a:solidFill>
              <a:srgbClr val="9CA3AF"/>
            </a:solidFill>
            <a:prstDash val="solid"/>
            <a:miter lim="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59" name="Google Shape;159;p2"/>
          <p:cNvGrpSpPr/>
          <p:nvPr/>
        </p:nvGrpSpPr>
        <p:grpSpPr>
          <a:xfrm>
            <a:off x="6400800" y="6583680"/>
            <a:ext cx="4846320" cy="1559052"/>
            <a:chOff x="0" y="0"/>
            <a:chExt cx="6461760" cy="2078736"/>
          </a:xfrm>
        </p:grpSpPr>
        <p:sp>
          <p:nvSpPr>
            <p:cNvPr id="160" name="Google Shape;160;p2"/>
            <p:cNvSpPr/>
            <p:nvPr/>
          </p:nvSpPr>
          <p:spPr>
            <a:xfrm>
              <a:off x="0" y="0"/>
              <a:ext cx="6461760" cy="2078736"/>
            </a:xfrm>
            <a:custGeom>
              <a:rect b="b" l="l" r="r" t="t"/>
              <a:pathLst>
                <a:path extrusionOk="0" h="2078736" w="6461760">
                  <a:moveTo>
                    <a:pt x="0" y="0"/>
                  </a:moveTo>
                  <a:lnTo>
                    <a:pt x="6461760" y="0"/>
                  </a:lnTo>
                  <a:lnTo>
                    <a:pt x="6461760" y="2078736"/>
                  </a:lnTo>
                  <a:lnTo>
                    <a:pt x="0" y="2078736"/>
                  </a:lnTo>
                  <a:close/>
                </a:path>
              </a:pathLst>
            </a:custGeom>
            <a:blipFill rotWithShape="1">
              <a:blip r:embed="rId3">
                <a:alphaModFix amt="0"/>
              </a:blip>
              <a:stretch>
                <a:fillRect b="-10569" l="0" r="0" t="-10569"/>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 name="Google Shape;161;p2"/>
            <p:cNvSpPr txBox="1"/>
            <p:nvPr/>
          </p:nvSpPr>
          <p:spPr>
            <a:xfrm>
              <a:off x="17" y="435298"/>
              <a:ext cx="6461700" cy="1240200"/>
            </a:xfrm>
            <a:prstGeom prst="rect">
              <a:avLst/>
            </a:prstGeom>
            <a:noFill/>
            <a:ln>
              <a:noFill/>
            </a:ln>
          </p:spPr>
          <p:txBody>
            <a:bodyPr anchorCtr="0" anchor="b" bIns="0" lIns="0" spcFirstLastPara="1" rIns="0" wrap="square" tIns="0">
              <a:noAutofit/>
            </a:bodyPr>
            <a:lstStyle/>
            <a:p>
              <a:pPr indent="0" lvl="0" marL="0" marR="0" rtl="0" algn="ctr">
                <a:lnSpc>
                  <a:spcPct val="120000"/>
                </a:lnSpc>
                <a:spcBef>
                  <a:spcPts val="0"/>
                </a:spcBef>
                <a:spcAft>
                  <a:spcPts val="0"/>
                </a:spcAft>
                <a:buClr>
                  <a:srgbClr val="000000"/>
                </a:buClr>
                <a:buSzPts val="6400"/>
                <a:buFont typeface="Arial"/>
                <a:buNone/>
              </a:pPr>
              <a:r>
                <a:rPr b="1" lang="en-US" sz="6400">
                  <a:solidFill>
                    <a:srgbClr val="9CA3AF"/>
                  </a:solidFill>
                  <a:latin typeface="Calibri"/>
                  <a:ea typeface="Calibri"/>
                  <a:cs typeface="Calibri"/>
                  <a:sym typeface="Calibri"/>
                </a:rPr>
                <a:t>29</a:t>
              </a:r>
              <a:endParaRPr b="0" i="0" sz="1400" u="none" cap="none" strike="noStrike">
                <a:solidFill>
                  <a:srgbClr val="000000"/>
                </a:solidFill>
                <a:latin typeface="Arial"/>
                <a:ea typeface="Arial"/>
                <a:cs typeface="Arial"/>
                <a:sym typeface="Arial"/>
              </a:endParaRPr>
            </a:p>
          </p:txBody>
        </p:sp>
      </p:grpSp>
      <p:sp>
        <p:nvSpPr>
          <p:cNvPr id="162" name="Google Shape;162;p2"/>
          <p:cNvSpPr txBox="1"/>
          <p:nvPr/>
        </p:nvSpPr>
        <p:spPr>
          <a:xfrm>
            <a:off x="6400800" y="8053959"/>
            <a:ext cx="4846320" cy="1124788"/>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2200"/>
              <a:buFont typeface="Arial"/>
              <a:buNone/>
            </a:pPr>
            <a:r>
              <a:rPr b="0" i="0" lang="en-US" sz="2200" u="none" cap="none" strike="noStrike">
                <a:solidFill>
                  <a:srgbClr val="D1D5DB"/>
                </a:solidFill>
                <a:latin typeface="Calibri"/>
                <a:ea typeface="Calibri"/>
                <a:cs typeface="Calibri"/>
                <a:sym typeface="Calibri"/>
              </a:rPr>
              <a:t>Casos de Uso</a:t>
            </a:r>
            <a:endParaRPr b="0" i="0" sz="1400" u="none" cap="none" strike="noStrike">
              <a:solidFill>
                <a:srgbClr val="000000"/>
              </a:solidFill>
              <a:latin typeface="Arial"/>
              <a:ea typeface="Arial"/>
              <a:cs typeface="Arial"/>
              <a:sym typeface="Arial"/>
            </a:endParaRPr>
          </a:p>
          <a:p>
            <a:pPr indent="0" lvl="0" marL="0" marR="0" rtl="0" algn="ctr">
              <a:lnSpc>
                <a:spcPct val="120000"/>
              </a:lnSpc>
              <a:spcBef>
                <a:spcPts val="0"/>
              </a:spcBef>
              <a:spcAft>
                <a:spcPts val="0"/>
              </a:spcAft>
              <a:buClr>
                <a:srgbClr val="000000"/>
              </a:buClr>
              <a:buSzPts val="2200"/>
              <a:buFont typeface="Arial"/>
              <a:buNone/>
            </a:pPr>
            <a:r>
              <a:rPr b="0" i="0" lang="en-US" sz="2200" u="none" cap="none" strike="noStrike">
                <a:solidFill>
                  <a:srgbClr val="D1D5DB"/>
                </a:solidFill>
                <a:latin typeface="Calibri"/>
                <a:ea typeface="Calibri"/>
                <a:cs typeface="Calibri"/>
                <a:sym typeface="Calibri"/>
              </a:rPr>
              <a:t>(CU)</a:t>
            </a:r>
            <a:endParaRPr b="0" i="0" sz="1400" u="none" cap="none" strike="noStrike">
              <a:solidFill>
                <a:srgbClr val="000000"/>
              </a:solidFill>
              <a:latin typeface="Arial"/>
              <a:ea typeface="Arial"/>
              <a:cs typeface="Arial"/>
              <a:sym typeface="Arial"/>
            </a:endParaRPr>
          </a:p>
        </p:txBody>
      </p:sp>
      <p:sp>
        <p:nvSpPr>
          <p:cNvPr id="163" name="Google Shape;163;p2"/>
          <p:cNvSpPr/>
          <p:nvPr/>
        </p:nvSpPr>
        <p:spPr>
          <a:xfrm>
            <a:off x="11776710" y="6381750"/>
            <a:ext cx="5890260" cy="2872740"/>
          </a:xfrm>
          <a:custGeom>
            <a:rect b="b" l="l" r="r" t="t"/>
            <a:pathLst>
              <a:path extrusionOk="0" h="3830320" w="7853680">
                <a:moveTo>
                  <a:pt x="0" y="0"/>
                </a:moveTo>
                <a:lnTo>
                  <a:pt x="7853680" y="0"/>
                </a:lnTo>
                <a:lnTo>
                  <a:pt x="7853680" y="3830320"/>
                </a:lnTo>
                <a:lnTo>
                  <a:pt x="0" y="3830320"/>
                </a:lnTo>
                <a:close/>
              </a:path>
            </a:pathLst>
          </a:custGeom>
          <a:solidFill>
            <a:srgbClr val="2E2E2E"/>
          </a:solidFill>
          <a:ln cap="sq" cmpd="sng" w="38100">
            <a:solidFill>
              <a:srgbClr val="9CA3AF"/>
            </a:solidFill>
            <a:prstDash val="solid"/>
            <a:miter lim="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64" name="Google Shape;164;p2"/>
          <p:cNvGrpSpPr/>
          <p:nvPr/>
        </p:nvGrpSpPr>
        <p:grpSpPr>
          <a:xfrm>
            <a:off x="11978640" y="6583680"/>
            <a:ext cx="5486400" cy="1915219"/>
            <a:chOff x="0" y="0"/>
            <a:chExt cx="7315200" cy="2553625"/>
          </a:xfrm>
        </p:grpSpPr>
        <p:sp>
          <p:nvSpPr>
            <p:cNvPr id="165" name="Google Shape;165;p2"/>
            <p:cNvSpPr/>
            <p:nvPr/>
          </p:nvSpPr>
          <p:spPr>
            <a:xfrm>
              <a:off x="0" y="0"/>
              <a:ext cx="7315200" cy="2078736"/>
            </a:xfrm>
            <a:custGeom>
              <a:rect b="b" l="l" r="r" t="t"/>
              <a:pathLst>
                <a:path extrusionOk="0" h="2078736" w="7315200">
                  <a:moveTo>
                    <a:pt x="0" y="0"/>
                  </a:moveTo>
                  <a:lnTo>
                    <a:pt x="7315200" y="0"/>
                  </a:lnTo>
                  <a:lnTo>
                    <a:pt x="7315200" y="2078736"/>
                  </a:lnTo>
                  <a:lnTo>
                    <a:pt x="0" y="2078736"/>
                  </a:lnTo>
                  <a:close/>
                </a:path>
              </a:pathLst>
            </a:custGeom>
            <a:blipFill rotWithShape="1">
              <a:blip r:embed="rId3">
                <a:alphaModFix amt="0"/>
              </a:blip>
              <a:stretch>
                <a:fillRect b="-18568" l="0" r="0" t="-18568"/>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 name="Google Shape;166;p2"/>
            <p:cNvSpPr txBox="1"/>
            <p:nvPr/>
          </p:nvSpPr>
          <p:spPr>
            <a:xfrm>
              <a:off x="0" y="351025"/>
              <a:ext cx="7315200" cy="2202600"/>
            </a:xfrm>
            <a:prstGeom prst="rect">
              <a:avLst/>
            </a:prstGeom>
            <a:noFill/>
            <a:ln>
              <a:noFill/>
            </a:ln>
          </p:spPr>
          <p:txBody>
            <a:bodyPr anchorCtr="0" anchor="b" bIns="0" lIns="0" spcFirstLastPara="1" rIns="0" wrap="square" tIns="0">
              <a:noAutofit/>
            </a:bodyPr>
            <a:lstStyle/>
            <a:p>
              <a:pPr indent="0" lvl="0" marL="0" marR="0" rtl="0" algn="ctr">
                <a:lnSpc>
                  <a:spcPct val="120000"/>
                </a:lnSpc>
                <a:spcBef>
                  <a:spcPts val="0"/>
                </a:spcBef>
                <a:spcAft>
                  <a:spcPts val="0"/>
                </a:spcAft>
                <a:buClr>
                  <a:srgbClr val="000000"/>
                </a:buClr>
                <a:buSzPts val="6400"/>
                <a:buFont typeface="Arial"/>
                <a:buNone/>
              </a:pPr>
              <a:r>
                <a:rPr b="1" lang="en-US" sz="6400">
                  <a:solidFill>
                    <a:srgbClr val="9CA3AF"/>
                  </a:solidFill>
                  <a:latin typeface="Calibri"/>
                  <a:ea typeface="Calibri"/>
                  <a:cs typeface="Calibri"/>
                  <a:sym typeface="Calibri"/>
                </a:rPr>
                <a:t>106</a:t>
              </a:r>
              <a:endParaRPr b="1" i="0" sz="3000" u="none" cap="none" strike="noStrike">
                <a:solidFill>
                  <a:srgbClr val="9CA3AF"/>
                </a:solidFill>
                <a:latin typeface="Calibri"/>
                <a:ea typeface="Calibri"/>
                <a:cs typeface="Calibri"/>
                <a:sym typeface="Calibri"/>
              </a:endParaRPr>
            </a:p>
            <a:p>
              <a:pPr indent="0" lvl="0" marL="0" marR="0" rtl="0" algn="l">
                <a:lnSpc>
                  <a:spcPct val="120000"/>
                </a:lnSpc>
                <a:spcBef>
                  <a:spcPts val="0"/>
                </a:spcBef>
                <a:spcAft>
                  <a:spcPts val="0"/>
                </a:spcAft>
                <a:buClr>
                  <a:srgbClr val="000000"/>
                </a:buClr>
                <a:buSzPts val="6400"/>
                <a:buFont typeface="Arial"/>
                <a:buNone/>
              </a:pPr>
              <a:r>
                <a:t/>
              </a:r>
              <a:endParaRPr b="1" i="0" sz="3000" u="none" cap="none" strike="noStrike">
                <a:solidFill>
                  <a:srgbClr val="9CA3AF"/>
                </a:solidFill>
                <a:latin typeface="Calibri"/>
                <a:ea typeface="Calibri"/>
                <a:cs typeface="Calibri"/>
                <a:sym typeface="Calibri"/>
              </a:endParaRPr>
            </a:p>
          </p:txBody>
        </p:sp>
      </p:grpSp>
      <p:sp>
        <p:nvSpPr>
          <p:cNvPr id="167" name="Google Shape;167;p2"/>
          <p:cNvSpPr txBox="1"/>
          <p:nvPr/>
        </p:nvSpPr>
        <p:spPr>
          <a:xfrm>
            <a:off x="11978640" y="8053959"/>
            <a:ext cx="5486400" cy="1124788"/>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2200"/>
              <a:buFont typeface="Arial"/>
              <a:buNone/>
            </a:pPr>
            <a:r>
              <a:rPr b="0" i="0" lang="en-US" sz="2200" u="none" cap="none" strike="noStrike">
                <a:solidFill>
                  <a:srgbClr val="D1D5DB"/>
                </a:solidFill>
                <a:latin typeface="Calibri"/>
                <a:ea typeface="Calibri"/>
                <a:cs typeface="Calibri"/>
                <a:sym typeface="Calibri"/>
              </a:rPr>
              <a:t>Diagramas de</a:t>
            </a:r>
            <a:endParaRPr b="0" i="0" sz="1400" u="none" cap="none" strike="noStrike">
              <a:solidFill>
                <a:srgbClr val="000000"/>
              </a:solidFill>
              <a:latin typeface="Arial"/>
              <a:ea typeface="Arial"/>
              <a:cs typeface="Arial"/>
              <a:sym typeface="Arial"/>
            </a:endParaRPr>
          </a:p>
          <a:p>
            <a:pPr indent="0" lvl="0" marL="0" marR="0" rtl="0" algn="ctr">
              <a:lnSpc>
                <a:spcPct val="120000"/>
              </a:lnSpc>
              <a:spcBef>
                <a:spcPts val="0"/>
              </a:spcBef>
              <a:spcAft>
                <a:spcPts val="0"/>
              </a:spcAft>
              <a:buClr>
                <a:srgbClr val="000000"/>
              </a:buClr>
              <a:buSzPts val="2200"/>
              <a:buFont typeface="Arial"/>
              <a:buNone/>
            </a:pPr>
            <a:r>
              <a:rPr b="0" i="0" lang="en-US" sz="2200" u="none" cap="none" strike="noStrike">
                <a:solidFill>
                  <a:srgbClr val="D1D5DB"/>
                </a:solidFill>
                <a:latin typeface="Calibri"/>
                <a:ea typeface="Calibri"/>
                <a:cs typeface="Calibri"/>
                <a:sym typeface="Calibri"/>
              </a:rPr>
              <a:t>Secuencia</a:t>
            </a:r>
            <a:endParaRPr b="0" i="0" sz="1400" u="none" cap="none" strike="noStrike">
              <a:solidFill>
                <a:srgbClr val="000000"/>
              </a:solidFill>
              <a:latin typeface="Arial"/>
              <a:ea typeface="Arial"/>
              <a:cs typeface="Arial"/>
              <a:sym typeface="Arial"/>
            </a:endParaRPr>
          </a:p>
        </p:txBody>
      </p:sp>
      <p:grpSp>
        <p:nvGrpSpPr>
          <p:cNvPr id="168" name="Google Shape;168;p2"/>
          <p:cNvGrpSpPr/>
          <p:nvPr/>
        </p:nvGrpSpPr>
        <p:grpSpPr>
          <a:xfrm>
            <a:off x="640080" y="5860161"/>
            <a:ext cx="12070080" cy="540639"/>
            <a:chOff x="0" y="-38100"/>
            <a:chExt cx="16093440" cy="720852"/>
          </a:xfrm>
        </p:grpSpPr>
        <p:sp>
          <p:nvSpPr>
            <p:cNvPr id="169" name="Google Shape;169;p2"/>
            <p:cNvSpPr/>
            <p:nvPr/>
          </p:nvSpPr>
          <p:spPr>
            <a:xfrm>
              <a:off x="0" y="0"/>
              <a:ext cx="16093439" cy="682752"/>
            </a:xfrm>
            <a:custGeom>
              <a:rect b="b" l="l" r="r" t="t"/>
              <a:pathLst>
                <a:path extrusionOk="0" h="682752" w="16093439">
                  <a:moveTo>
                    <a:pt x="0" y="0"/>
                  </a:moveTo>
                  <a:lnTo>
                    <a:pt x="16093439" y="0"/>
                  </a:lnTo>
                  <a:lnTo>
                    <a:pt x="16093439" y="682752"/>
                  </a:lnTo>
                  <a:lnTo>
                    <a:pt x="0" y="682752"/>
                  </a:lnTo>
                  <a:close/>
                </a:path>
              </a:pathLst>
            </a:custGeom>
            <a:blipFill rotWithShape="1">
              <a:blip r:embed="rId3">
                <a:alphaModFix amt="0"/>
              </a:blip>
              <a:stretch>
                <a:fillRect b="-409305" l="0" r="0" t="-409305"/>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 name="Google Shape;170;p2"/>
            <p:cNvSpPr txBox="1"/>
            <p:nvPr/>
          </p:nvSpPr>
          <p:spPr>
            <a:xfrm>
              <a:off x="0" y="-38100"/>
              <a:ext cx="16093440" cy="720852"/>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00000"/>
                </a:buClr>
                <a:buSzPts val="2000"/>
                <a:buFont typeface="Arial"/>
                <a:buNone/>
              </a:pPr>
              <a:r>
                <a:rPr b="0" i="1" lang="en-US" sz="2000" u="none" cap="none" strike="noStrike">
                  <a:solidFill>
                    <a:srgbClr val="F47920"/>
                  </a:solidFill>
                  <a:latin typeface="Calibri"/>
                  <a:ea typeface="Calibri"/>
                  <a:cs typeface="Calibri"/>
                  <a:sym typeface="Calibri"/>
                </a:rPr>
                <a:t>De los cuales se derivan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A1A"/>
        </a:solidFill>
      </p:bgPr>
    </p:bg>
    <p:spTree>
      <p:nvGrpSpPr>
        <p:cNvPr id="178" name="Shape 178"/>
        <p:cNvGrpSpPr/>
        <p:nvPr/>
      </p:nvGrpSpPr>
      <p:grpSpPr>
        <a:xfrm>
          <a:off x="0" y="0"/>
          <a:ext cx="0" cy="0"/>
          <a:chOff x="0" y="0"/>
          <a:chExt cx="0" cy="0"/>
        </a:xfrm>
      </p:grpSpPr>
      <p:sp>
        <p:nvSpPr>
          <p:cNvPr id="179" name="Google Shape;179;p3"/>
          <p:cNvSpPr/>
          <p:nvPr/>
        </p:nvSpPr>
        <p:spPr>
          <a:xfrm>
            <a:off x="-12697" y="-12697"/>
            <a:ext cx="244887" cy="10312432"/>
          </a:xfrm>
          <a:custGeom>
            <a:rect b="b" l="l" r="r" t="t"/>
            <a:pathLst>
              <a:path extrusionOk="0" h="13749910" w="326517">
                <a:moveTo>
                  <a:pt x="0" y="0"/>
                </a:moveTo>
                <a:lnTo>
                  <a:pt x="326517" y="0"/>
                </a:lnTo>
                <a:lnTo>
                  <a:pt x="326517" y="13749910"/>
                </a:lnTo>
                <a:lnTo>
                  <a:pt x="0" y="13749910"/>
                </a:lnTo>
                <a:close/>
              </a:path>
            </a:pathLst>
          </a:custGeom>
          <a:solidFill>
            <a:srgbClr val="F47920"/>
          </a:solidFill>
          <a:ln cap="sq" cmpd="sng" w="25400">
            <a:solidFill>
              <a:srgbClr val="F47920"/>
            </a:solidFill>
            <a:prstDash val="solid"/>
            <a:miter lim="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 name="Google Shape;180;p3"/>
          <p:cNvSpPr/>
          <p:nvPr/>
        </p:nvSpPr>
        <p:spPr>
          <a:xfrm>
            <a:off x="206759" y="-12697"/>
            <a:ext cx="18093975" cy="135159"/>
          </a:xfrm>
          <a:custGeom>
            <a:rect b="b" l="l" r="r" t="t"/>
            <a:pathLst>
              <a:path extrusionOk="0" h="180213" w="24125301">
                <a:moveTo>
                  <a:pt x="0" y="0"/>
                </a:moveTo>
                <a:lnTo>
                  <a:pt x="24125301" y="0"/>
                </a:lnTo>
                <a:lnTo>
                  <a:pt x="24125301" y="180213"/>
                </a:lnTo>
                <a:lnTo>
                  <a:pt x="0" y="180213"/>
                </a:lnTo>
                <a:close/>
              </a:path>
            </a:pathLst>
          </a:custGeom>
          <a:solidFill>
            <a:srgbClr val="F47920"/>
          </a:solidFill>
          <a:ln cap="sq" cmpd="sng" w="25400">
            <a:solidFill>
              <a:srgbClr val="F47920"/>
            </a:solidFill>
            <a:prstDash val="solid"/>
            <a:miter lim="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81" name="Google Shape;181;p3"/>
          <p:cNvGrpSpPr/>
          <p:nvPr/>
        </p:nvGrpSpPr>
        <p:grpSpPr>
          <a:xfrm>
            <a:off x="640080" y="162306"/>
            <a:ext cx="17007840" cy="1062990"/>
            <a:chOff x="0" y="-76200"/>
            <a:chExt cx="22677120" cy="1417320"/>
          </a:xfrm>
        </p:grpSpPr>
        <p:sp>
          <p:nvSpPr>
            <p:cNvPr id="182" name="Google Shape;182;p3"/>
            <p:cNvSpPr/>
            <p:nvPr/>
          </p:nvSpPr>
          <p:spPr>
            <a:xfrm>
              <a:off x="0" y="0"/>
              <a:ext cx="22677120" cy="1341120"/>
            </a:xfrm>
            <a:custGeom>
              <a:rect b="b" l="l" r="r" t="t"/>
              <a:pathLst>
                <a:path extrusionOk="0" h="1341120" w="22677120">
                  <a:moveTo>
                    <a:pt x="0" y="0"/>
                  </a:moveTo>
                  <a:lnTo>
                    <a:pt x="22677120" y="0"/>
                  </a:lnTo>
                  <a:lnTo>
                    <a:pt x="22677120" y="1341120"/>
                  </a:lnTo>
                  <a:lnTo>
                    <a:pt x="0" y="1341120"/>
                  </a:lnTo>
                  <a:close/>
                </a:path>
              </a:pathLst>
            </a:custGeom>
            <a:blipFill rotWithShape="1">
              <a:blip r:embed="rId3">
                <a:alphaModFix amt="0"/>
              </a:blip>
              <a:stretch>
                <a:fillRect b="-279467" l="0" r="0" t="-279467"/>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 name="Google Shape;183;p3"/>
            <p:cNvSpPr txBox="1"/>
            <p:nvPr/>
          </p:nvSpPr>
          <p:spPr>
            <a:xfrm>
              <a:off x="0" y="-76200"/>
              <a:ext cx="22677120" cy="141732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00000"/>
                </a:buClr>
                <a:buSzPts val="4400"/>
                <a:buFont typeface="Arial"/>
                <a:buNone/>
              </a:pPr>
              <a:r>
                <a:rPr b="1" i="0" lang="en-US" sz="4400" u="none" cap="none" strike="noStrike">
                  <a:solidFill>
                    <a:srgbClr val="FFFFFF"/>
                  </a:solidFill>
                  <a:latin typeface="Calibri"/>
                  <a:ea typeface="Calibri"/>
                  <a:cs typeface="Calibri"/>
                  <a:sym typeface="Calibri"/>
                </a:rPr>
                <a:t>Requerimientos Funcionales</a:t>
              </a:r>
              <a:endParaRPr b="0" i="0" sz="1400" u="none" cap="none" strike="noStrike">
                <a:solidFill>
                  <a:srgbClr val="000000"/>
                </a:solidFill>
                <a:latin typeface="Arial"/>
                <a:ea typeface="Arial"/>
                <a:cs typeface="Arial"/>
                <a:sym typeface="Arial"/>
              </a:endParaRPr>
            </a:p>
          </p:txBody>
        </p:sp>
      </p:grpSp>
      <p:grpSp>
        <p:nvGrpSpPr>
          <p:cNvPr id="184" name="Google Shape;184;p3"/>
          <p:cNvGrpSpPr/>
          <p:nvPr/>
        </p:nvGrpSpPr>
        <p:grpSpPr>
          <a:xfrm>
            <a:off x="640080" y="9755505"/>
            <a:ext cx="17007840" cy="430911"/>
            <a:chOff x="0" y="-38100"/>
            <a:chExt cx="22677120" cy="574548"/>
          </a:xfrm>
        </p:grpSpPr>
        <p:sp>
          <p:nvSpPr>
            <p:cNvPr id="185" name="Google Shape;185;p3"/>
            <p:cNvSpPr/>
            <p:nvPr/>
          </p:nvSpPr>
          <p:spPr>
            <a:xfrm>
              <a:off x="0" y="0"/>
              <a:ext cx="22677120" cy="536448"/>
            </a:xfrm>
            <a:custGeom>
              <a:rect b="b" l="l" r="r" t="t"/>
              <a:pathLst>
                <a:path extrusionOk="0" h="536448" w="22677120">
                  <a:moveTo>
                    <a:pt x="0" y="0"/>
                  </a:moveTo>
                  <a:lnTo>
                    <a:pt x="22677120" y="0"/>
                  </a:lnTo>
                  <a:lnTo>
                    <a:pt x="22677120" y="536448"/>
                  </a:lnTo>
                  <a:lnTo>
                    <a:pt x="0" y="536448"/>
                  </a:lnTo>
                  <a:close/>
                </a:path>
              </a:pathLst>
            </a:custGeom>
            <a:blipFill rotWithShape="1">
              <a:blip r:embed="rId3">
                <a:alphaModFix amt="0"/>
              </a:blip>
              <a:stretch>
                <a:fillRect b="-773724" l="0" r="0" t="-773724"/>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 name="Google Shape;186;p3"/>
            <p:cNvSpPr txBox="1"/>
            <p:nvPr/>
          </p:nvSpPr>
          <p:spPr>
            <a:xfrm>
              <a:off x="0" y="-38100"/>
              <a:ext cx="22677120" cy="574548"/>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00000"/>
                </a:buClr>
                <a:buSzPts val="1800"/>
                <a:buFont typeface="Arial"/>
                <a:buNone/>
              </a:pPr>
              <a:r>
                <a:rPr b="0" i="0" lang="en-US" sz="1800" u="none" cap="none" strike="noStrike">
                  <a:solidFill>
                    <a:srgbClr val="9CA3AF"/>
                  </a:solidFill>
                  <a:latin typeface="Calibri"/>
                  <a:ea typeface="Calibri"/>
                  <a:cs typeface="Calibri"/>
                  <a:sym typeface="Calibri"/>
                </a:rPr>
                <a:t>Puertas Blindadas · Ingeniería de Software II · 2026</a:t>
              </a:r>
              <a:endParaRPr b="0" i="0" sz="1400" u="none" cap="none" strike="noStrike">
                <a:solidFill>
                  <a:srgbClr val="000000"/>
                </a:solidFill>
                <a:latin typeface="Arial"/>
                <a:ea typeface="Arial"/>
                <a:cs typeface="Arial"/>
                <a:sym typeface="Arial"/>
              </a:endParaRPr>
            </a:p>
          </p:txBody>
        </p:sp>
      </p:grpSp>
      <p:sp>
        <p:nvSpPr>
          <p:cNvPr id="187" name="Google Shape;187;p3"/>
          <p:cNvSpPr txBox="1"/>
          <p:nvPr/>
        </p:nvSpPr>
        <p:spPr>
          <a:xfrm>
            <a:off x="558225" y="2407350"/>
            <a:ext cx="8430000" cy="3380100"/>
          </a:xfrm>
          <a:prstGeom prst="rect">
            <a:avLst/>
          </a:prstGeom>
          <a:noFill/>
          <a:ln>
            <a:noFill/>
          </a:ln>
        </p:spPr>
        <p:txBody>
          <a:bodyPr anchorCtr="0" anchor="t" bIns="0" lIns="0" spcFirstLastPara="1" rIns="0" wrap="square" tIns="0">
            <a:spAutoFit/>
          </a:bodyPr>
          <a:lstStyle/>
          <a:p>
            <a:pPr indent="0" lvl="0" marL="0" marR="0" rtl="0" algn="just">
              <a:lnSpc>
                <a:spcPct val="120038"/>
              </a:lnSpc>
              <a:spcBef>
                <a:spcPts val="0"/>
              </a:spcBef>
              <a:spcAft>
                <a:spcPts val="0"/>
              </a:spcAft>
              <a:buClr>
                <a:srgbClr val="000000"/>
              </a:buClr>
              <a:buSzPts val="2071"/>
              <a:buFont typeface="Arial"/>
              <a:buNone/>
            </a:pPr>
            <a:r>
              <a:rPr lang="en-US" sz="2071">
                <a:solidFill>
                  <a:srgbClr val="FFFFFF"/>
                </a:solidFill>
                <a:latin typeface="Calibri"/>
                <a:ea typeface="Calibri"/>
                <a:cs typeface="Calibri"/>
                <a:sym typeface="Calibri"/>
              </a:rPr>
              <a:t>El sistema debe permitir el registro de productos y movimientos de inventario mediante la lectura de códigos de barras utilizando dispositivos externos.</a:t>
            </a:r>
            <a:endParaRPr sz="2071">
              <a:solidFill>
                <a:srgbClr val="FFFFFF"/>
              </a:solidFill>
              <a:latin typeface="Calibri"/>
              <a:ea typeface="Calibri"/>
              <a:cs typeface="Calibri"/>
              <a:sym typeface="Calibri"/>
            </a:endParaRPr>
          </a:p>
          <a:p>
            <a:pPr indent="0" lvl="0" marL="0" marR="0" rtl="0" algn="just">
              <a:lnSpc>
                <a:spcPct val="120038"/>
              </a:lnSpc>
              <a:spcBef>
                <a:spcPts val="0"/>
              </a:spcBef>
              <a:spcAft>
                <a:spcPts val="0"/>
              </a:spcAft>
              <a:buClr>
                <a:srgbClr val="000000"/>
              </a:buClr>
              <a:buSzPts val="2071"/>
              <a:buFont typeface="Arial"/>
              <a:buNone/>
            </a:pPr>
            <a:r>
              <a:t/>
            </a:r>
            <a:endParaRPr sz="2071">
              <a:solidFill>
                <a:srgbClr val="FFFFFF"/>
              </a:solidFill>
              <a:latin typeface="Calibri"/>
              <a:ea typeface="Calibri"/>
              <a:cs typeface="Calibri"/>
              <a:sym typeface="Calibri"/>
            </a:endParaRPr>
          </a:p>
          <a:p>
            <a:pPr indent="0" lvl="0" marL="0" marR="0" rtl="0" algn="just">
              <a:lnSpc>
                <a:spcPct val="120038"/>
              </a:lnSpc>
              <a:spcBef>
                <a:spcPts val="0"/>
              </a:spcBef>
              <a:spcAft>
                <a:spcPts val="0"/>
              </a:spcAft>
              <a:buClr>
                <a:srgbClr val="000000"/>
              </a:buClr>
              <a:buSzPts val="2071"/>
              <a:buFont typeface="Arial"/>
              <a:buNone/>
            </a:pPr>
            <a:r>
              <a:rPr lang="en-US" sz="2071">
                <a:solidFill>
                  <a:srgbClr val="FFFFFF"/>
                </a:solidFill>
                <a:latin typeface="Calibri"/>
                <a:ea typeface="Calibri"/>
                <a:cs typeface="Calibri"/>
                <a:sym typeface="Calibri"/>
              </a:rPr>
              <a:t>El sistema debe interpretar automáticamente el código leído y asociarlo al producto correspondiente registrado en el sistema.</a:t>
            </a:r>
            <a:endParaRPr sz="2071">
              <a:solidFill>
                <a:srgbClr val="FFFFFF"/>
              </a:solidFill>
              <a:latin typeface="Calibri"/>
              <a:ea typeface="Calibri"/>
              <a:cs typeface="Calibri"/>
              <a:sym typeface="Calibri"/>
            </a:endParaRPr>
          </a:p>
          <a:p>
            <a:pPr indent="0" lvl="0" marL="0" marR="0" rtl="0" algn="just">
              <a:lnSpc>
                <a:spcPct val="120038"/>
              </a:lnSpc>
              <a:spcBef>
                <a:spcPts val="0"/>
              </a:spcBef>
              <a:spcAft>
                <a:spcPts val="0"/>
              </a:spcAft>
              <a:buClr>
                <a:srgbClr val="000000"/>
              </a:buClr>
              <a:buSzPts val="2071"/>
              <a:buFont typeface="Arial"/>
              <a:buNone/>
            </a:pPr>
            <a:r>
              <a:t/>
            </a:r>
            <a:endParaRPr sz="2071">
              <a:solidFill>
                <a:srgbClr val="FFFFFF"/>
              </a:solidFill>
              <a:latin typeface="Calibri"/>
              <a:ea typeface="Calibri"/>
              <a:cs typeface="Calibri"/>
              <a:sym typeface="Calibri"/>
            </a:endParaRPr>
          </a:p>
          <a:p>
            <a:pPr indent="0" lvl="0" marL="0" marR="0" rtl="0" algn="just">
              <a:lnSpc>
                <a:spcPct val="120038"/>
              </a:lnSpc>
              <a:spcBef>
                <a:spcPts val="0"/>
              </a:spcBef>
              <a:spcAft>
                <a:spcPts val="0"/>
              </a:spcAft>
              <a:buClr>
                <a:srgbClr val="000000"/>
              </a:buClr>
              <a:buSzPts val="2071"/>
              <a:buFont typeface="Arial"/>
              <a:buNone/>
            </a:pPr>
            <a:r>
              <a:rPr lang="en-US" sz="2071">
                <a:solidFill>
                  <a:srgbClr val="FFFFFF"/>
                </a:solidFill>
                <a:latin typeface="Calibri"/>
                <a:ea typeface="Calibri"/>
                <a:cs typeface="Calibri"/>
                <a:sym typeface="Calibri"/>
              </a:rPr>
              <a:t>En caso de que el código no exista, el sistema debe informar al usuario y permitir su registro manual</a:t>
            </a:r>
            <a:endParaRPr sz="2071">
              <a:solidFill>
                <a:srgbClr val="FFFFFF"/>
              </a:solidFill>
              <a:latin typeface="Calibri"/>
              <a:ea typeface="Calibri"/>
              <a:cs typeface="Calibri"/>
              <a:sym typeface="Calibri"/>
            </a:endParaRPr>
          </a:p>
          <a:p>
            <a:pPr indent="0" lvl="0" marL="0" marR="0" rtl="0" algn="just">
              <a:lnSpc>
                <a:spcPct val="120038"/>
              </a:lnSpc>
              <a:spcBef>
                <a:spcPts val="0"/>
              </a:spcBef>
              <a:spcAft>
                <a:spcPts val="0"/>
              </a:spcAft>
              <a:buClr>
                <a:srgbClr val="000000"/>
              </a:buClr>
              <a:buSzPts val="2071"/>
              <a:buFont typeface="Arial"/>
              <a:buNone/>
            </a:pPr>
            <a:r>
              <a:t/>
            </a:r>
            <a:endParaRPr sz="2071">
              <a:solidFill>
                <a:srgbClr val="FFFFFF"/>
              </a:solidFill>
              <a:latin typeface="Calibri"/>
              <a:ea typeface="Calibri"/>
              <a:cs typeface="Calibri"/>
              <a:sym typeface="Calibri"/>
            </a:endParaRPr>
          </a:p>
        </p:txBody>
      </p:sp>
      <p:sp>
        <p:nvSpPr>
          <p:cNvPr id="188" name="Google Shape;188;p3"/>
          <p:cNvSpPr/>
          <p:nvPr/>
        </p:nvSpPr>
        <p:spPr>
          <a:xfrm>
            <a:off x="9314175" y="1413775"/>
            <a:ext cx="8429936" cy="720376"/>
          </a:xfrm>
          <a:custGeom>
            <a:rect b="b" l="l" r="r" t="t"/>
            <a:pathLst>
              <a:path extrusionOk="0" h="960501" w="11128629">
                <a:moveTo>
                  <a:pt x="0" y="0"/>
                </a:moveTo>
                <a:lnTo>
                  <a:pt x="11128629" y="0"/>
                </a:lnTo>
                <a:lnTo>
                  <a:pt x="11128629" y="960501"/>
                </a:lnTo>
                <a:lnTo>
                  <a:pt x="0" y="960501"/>
                </a:lnTo>
                <a:close/>
              </a:path>
            </a:pathLst>
          </a:custGeom>
          <a:solidFill>
            <a:srgbClr val="F47920"/>
          </a:solidFill>
          <a:ln cap="sq" cmpd="sng" w="25400">
            <a:solidFill>
              <a:srgbClr val="F47920"/>
            </a:solidFill>
            <a:prstDash val="solid"/>
            <a:miter lim="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89" name="Google Shape;189;p3"/>
          <p:cNvGrpSpPr/>
          <p:nvPr/>
        </p:nvGrpSpPr>
        <p:grpSpPr>
          <a:xfrm>
            <a:off x="9509752" y="1416175"/>
            <a:ext cx="7209908" cy="686943"/>
            <a:chOff x="0" y="-38100"/>
            <a:chExt cx="12141981" cy="915924"/>
          </a:xfrm>
        </p:grpSpPr>
        <p:sp>
          <p:nvSpPr>
            <p:cNvPr id="190" name="Google Shape;190;p3"/>
            <p:cNvSpPr/>
            <p:nvPr/>
          </p:nvSpPr>
          <p:spPr>
            <a:xfrm>
              <a:off x="0" y="0"/>
              <a:ext cx="10607040" cy="877824"/>
            </a:xfrm>
            <a:custGeom>
              <a:rect b="b" l="l" r="r" t="t"/>
              <a:pathLst>
                <a:path extrusionOk="0" h="877824" w="10607040">
                  <a:moveTo>
                    <a:pt x="0" y="0"/>
                  </a:moveTo>
                  <a:lnTo>
                    <a:pt x="10607040" y="0"/>
                  </a:lnTo>
                  <a:lnTo>
                    <a:pt x="10607040" y="877824"/>
                  </a:lnTo>
                  <a:lnTo>
                    <a:pt x="0" y="877824"/>
                  </a:lnTo>
                  <a:close/>
                </a:path>
              </a:pathLst>
            </a:custGeom>
            <a:blipFill rotWithShape="1">
              <a:blip r:embed="rId3">
                <a:alphaModFix amt="0"/>
              </a:blip>
              <a:stretch>
                <a:fillRect b="-185449" l="0" r="0" t="-185449"/>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 name="Google Shape;191;p3"/>
            <p:cNvSpPr txBox="1"/>
            <p:nvPr/>
          </p:nvSpPr>
          <p:spPr>
            <a:xfrm>
              <a:off x="81" y="-38100"/>
              <a:ext cx="12141900" cy="915900"/>
            </a:xfrm>
            <a:prstGeom prst="rect">
              <a:avLst/>
            </a:prstGeom>
            <a:noFill/>
            <a:ln>
              <a:noFill/>
            </a:ln>
          </p:spPr>
          <p:txBody>
            <a:bodyPr anchorCtr="0" anchor="ctr" bIns="0" lIns="0" spcFirstLastPara="1" rIns="0" wrap="square" tIns="0">
              <a:noAutofit/>
            </a:bodyPr>
            <a:lstStyle/>
            <a:p>
              <a:pPr indent="0" lvl="0" marL="0" rtl="0" algn="just">
                <a:lnSpc>
                  <a:spcPct val="120000"/>
                </a:lnSpc>
                <a:spcBef>
                  <a:spcPts val="0"/>
                </a:spcBef>
                <a:spcAft>
                  <a:spcPts val="0"/>
                </a:spcAft>
                <a:buClr>
                  <a:schemeClr val="dk1"/>
                </a:buClr>
                <a:buSzPts val="1800"/>
                <a:buFont typeface="Arial"/>
                <a:buNone/>
              </a:pPr>
              <a:r>
                <a:rPr b="1" lang="en-US" sz="2050">
                  <a:solidFill>
                    <a:schemeClr val="lt1"/>
                  </a:solidFill>
                  <a:latin typeface="Calibri"/>
                  <a:ea typeface="Calibri"/>
                  <a:cs typeface="Calibri"/>
                  <a:sym typeface="Calibri"/>
                </a:rPr>
                <a:t>FR-67: El sistema debe calcular costo de producción por puerta.</a:t>
              </a:r>
              <a:endParaRPr b="1" i="0" sz="2400" u="none" cap="none" strike="noStrike">
                <a:solidFill>
                  <a:srgbClr val="FFFFFF"/>
                </a:solidFill>
                <a:latin typeface="Calibri"/>
                <a:ea typeface="Calibri"/>
                <a:cs typeface="Calibri"/>
                <a:sym typeface="Calibri"/>
              </a:endParaRPr>
            </a:p>
          </p:txBody>
        </p:sp>
      </p:grpSp>
      <p:sp>
        <p:nvSpPr>
          <p:cNvPr id="192" name="Google Shape;192;p3"/>
          <p:cNvSpPr txBox="1"/>
          <p:nvPr/>
        </p:nvSpPr>
        <p:spPr>
          <a:xfrm>
            <a:off x="9314175" y="2242056"/>
            <a:ext cx="8508300" cy="4859400"/>
          </a:xfrm>
          <a:prstGeom prst="rect">
            <a:avLst/>
          </a:prstGeom>
          <a:noFill/>
          <a:ln>
            <a:noFill/>
          </a:ln>
        </p:spPr>
        <p:txBody>
          <a:bodyPr anchorCtr="0" anchor="t" bIns="0" lIns="0" spcFirstLastPara="1" rIns="0" wrap="square" tIns="0">
            <a:spAutoFit/>
          </a:bodyPr>
          <a:lstStyle/>
          <a:p>
            <a:pPr indent="0" lvl="0" marL="0" marR="0" rtl="0" algn="just">
              <a:lnSpc>
                <a:spcPct val="120000"/>
              </a:lnSpc>
              <a:spcBef>
                <a:spcPts val="0"/>
              </a:spcBef>
              <a:spcAft>
                <a:spcPts val="0"/>
              </a:spcAft>
              <a:buClr>
                <a:srgbClr val="000000"/>
              </a:buClr>
              <a:buSzPts val="1800"/>
              <a:buFont typeface="Arial"/>
              <a:buNone/>
            </a:pPr>
            <a:r>
              <a:rPr lang="en-US" sz="2050">
                <a:solidFill>
                  <a:srgbClr val="FFFFFF"/>
                </a:solidFill>
                <a:latin typeface="Calibri"/>
                <a:ea typeface="Calibri"/>
                <a:cs typeface="Calibri"/>
                <a:sym typeface="Calibri"/>
              </a:rPr>
              <a:t>El sistema debe calcular automáticamente el costo de producción de una unidad por ejemplo, una puerta, en función de los productos utilizados durante su fabricación. Para saber más acerca del cálculo automático, consultar anexo 6.</a:t>
            </a:r>
            <a:endParaRPr sz="2050">
              <a:solidFill>
                <a:srgbClr val="FFFFFF"/>
              </a:solidFill>
              <a:latin typeface="Calibri"/>
              <a:ea typeface="Calibri"/>
              <a:cs typeface="Calibri"/>
              <a:sym typeface="Calibri"/>
            </a:endParaRPr>
          </a:p>
          <a:p>
            <a:pPr indent="0" lvl="0" marL="0" marR="0" rtl="0" algn="just">
              <a:lnSpc>
                <a:spcPct val="120000"/>
              </a:lnSpc>
              <a:spcBef>
                <a:spcPts val="0"/>
              </a:spcBef>
              <a:spcAft>
                <a:spcPts val="0"/>
              </a:spcAft>
              <a:buClr>
                <a:srgbClr val="000000"/>
              </a:buClr>
              <a:buSzPts val="1800"/>
              <a:buFont typeface="Arial"/>
              <a:buNone/>
            </a:pPr>
            <a:r>
              <a:t/>
            </a:r>
            <a:endParaRPr sz="2050">
              <a:solidFill>
                <a:srgbClr val="FFFFFF"/>
              </a:solidFill>
              <a:latin typeface="Calibri"/>
              <a:ea typeface="Calibri"/>
              <a:cs typeface="Calibri"/>
              <a:sym typeface="Calibri"/>
            </a:endParaRPr>
          </a:p>
          <a:p>
            <a:pPr indent="0" lvl="0" marL="0" marR="0" rtl="0" algn="just">
              <a:lnSpc>
                <a:spcPct val="120000"/>
              </a:lnSpc>
              <a:spcBef>
                <a:spcPts val="0"/>
              </a:spcBef>
              <a:spcAft>
                <a:spcPts val="0"/>
              </a:spcAft>
              <a:buClr>
                <a:srgbClr val="000000"/>
              </a:buClr>
              <a:buSzPts val="1800"/>
              <a:buFont typeface="Arial"/>
              <a:buNone/>
            </a:pPr>
            <a:r>
              <a:rPr lang="en-US" sz="2050">
                <a:solidFill>
                  <a:srgbClr val="FFFFFF"/>
                </a:solidFill>
                <a:latin typeface="Calibri"/>
                <a:ea typeface="Calibri"/>
                <a:cs typeface="Calibri"/>
                <a:sym typeface="Calibri"/>
              </a:rPr>
              <a:t>Para cada producto utilizado, el sistema debe multiplicar la cantidad utilizada por su precio unitario.</a:t>
            </a:r>
            <a:endParaRPr sz="2050">
              <a:solidFill>
                <a:srgbClr val="FFFFFF"/>
              </a:solidFill>
              <a:latin typeface="Calibri"/>
              <a:ea typeface="Calibri"/>
              <a:cs typeface="Calibri"/>
              <a:sym typeface="Calibri"/>
            </a:endParaRPr>
          </a:p>
          <a:p>
            <a:pPr indent="0" lvl="0" marL="0" marR="0" rtl="0" algn="just">
              <a:lnSpc>
                <a:spcPct val="120000"/>
              </a:lnSpc>
              <a:spcBef>
                <a:spcPts val="0"/>
              </a:spcBef>
              <a:spcAft>
                <a:spcPts val="0"/>
              </a:spcAft>
              <a:buClr>
                <a:srgbClr val="000000"/>
              </a:buClr>
              <a:buSzPts val="1800"/>
              <a:buFont typeface="Arial"/>
              <a:buNone/>
            </a:pPr>
            <a:r>
              <a:t/>
            </a:r>
            <a:endParaRPr sz="2050">
              <a:solidFill>
                <a:srgbClr val="FFFFFF"/>
              </a:solidFill>
              <a:latin typeface="Calibri"/>
              <a:ea typeface="Calibri"/>
              <a:cs typeface="Calibri"/>
              <a:sym typeface="Calibri"/>
            </a:endParaRPr>
          </a:p>
          <a:p>
            <a:pPr indent="0" lvl="0" marL="0" marR="0" rtl="0" algn="just">
              <a:lnSpc>
                <a:spcPct val="120000"/>
              </a:lnSpc>
              <a:spcBef>
                <a:spcPts val="0"/>
              </a:spcBef>
              <a:spcAft>
                <a:spcPts val="0"/>
              </a:spcAft>
              <a:buClr>
                <a:srgbClr val="000000"/>
              </a:buClr>
              <a:buSzPts val="1800"/>
              <a:buFont typeface="Arial"/>
              <a:buNone/>
            </a:pPr>
            <a:r>
              <a:rPr lang="en-US" sz="2050">
                <a:solidFill>
                  <a:srgbClr val="FFFFFF"/>
                </a:solidFill>
                <a:latin typeface="Calibri"/>
                <a:ea typeface="Calibri"/>
                <a:cs typeface="Calibri"/>
                <a:sym typeface="Calibri"/>
              </a:rPr>
              <a:t>El costo total de producción debe corresponder a la suma de todos los costos individuales de los productos utilizados.</a:t>
            </a:r>
            <a:endParaRPr sz="2050">
              <a:solidFill>
                <a:srgbClr val="FFFFFF"/>
              </a:solidFill>
              <a:latin typeface="Calibri"/>
              <a:ea typeface="Calibri"/>
              <a:cs typeface="Calibri"/>
              <a:sym typeface="Calibri"/>
            </a:endParaRPr>
          </a:p>
          <a:p>
            <a:pPr indent="0" lvl="0" marL="0" marR="0" rtl="0" algn="just">
              <a:lnSpc>
                <a:spcPct val="120000"/>
              </a:lnSpc>
              <a:spcBef>
                <a:spcPts val="0"/>
              </a:spcBef>
              <a:spcAft>
                <a:spcPts val="0"/>
              </a:spcAft>
              <a:buClr>
                <a:srgbClr val="000000"/>
              </a:buClr>
              <a:buSzPts val="1800"/>
              <a:buFont typeface="Arial"/>
              <a:buNone/>
            </a:pPr>
            <a:r>
              <a:t/>
            </a:r>
            <a:endParaRPr sz="2050">
              <a:solidFill>
                <a:srgbClr val="FFFFFF"/>
              </a:solidFill>
              <a:latin typeface="Calibri"/>
              <a:ea typeface="Calibri"/>
              <a:cs typeface="Calibri"/>
              <a:sym typeface="Calibri"/>
            </a:endParaRPr>
          </a:p>
          <a:p>
            <a:pPr indent="0" lvl="0" marL="0" marR="0" rtl="0" algn="just">
              <a:lnSpc>
                <a:spcPct val="120000"/>
              </a:lnSpc>
              <a:spcBef>
                <a:spcPts val="0"/>
              </a:spcBef>
              <a:spcAft>
                <a:spcPts val="0"/>
              </a:spcAft>
              <a:buClr>
                <a:srgbClr val="000000"/>
              </a:buClr>
              <a:buSzPts val="1800"/>
              <a:buFont typeface="Arial"/>
              <a:buNone/>
            </a:pPr>
            <a:r>
              <a:rPr lang="en-US" sz="2050">
                <a:solidFill>
                  <a:srgbClr val="FFFFFF"/>
                </a:solidFill>
                <a:latin typeface="Calibri"/>
                <a:ea typeface="Calibri"/>
                <a:cs typeface="Calibri"/>
                <a:sym typeface="Calibri"/>
              </a:rPr>
              <a:t>Este cálculo debe realizarse automáticamente en base a los consumos registrados en la orden de trabajo.</a:t>
            </a:r>
            <a:endParaRPr sz="2050">
              <a:solidFill>
                <a:srgbClr val="FFFFFF"/>
              </a:solidFill>
              <a:latin typeface="Calibri"/>
              <a:ea typeface="Calibri"/>
              <a:cs typeface="Calibri"/>
              <a:sym typeface="Calibri"/>
            </a:endParaRPr>
          </a:p>
          <a:p>
            <a:pPr indent="0" lvl="0" marL="0" marR="0" rtl="0" algn="just">
              <a:lnSpc>
                <a:spcPct val="120000"/>
              </a:lnSpc>
              <a:spcBef>
                <a:spcPts val="0"/>
              </a:spcBef>
              <a:spcAft>
                <a:spcPts val="0"/>
              </a:spcAft>
              <a:buClr>
                <a:srgbClr val="000000"/>
              </a:buClr>
              <a:buSzPts val="1800"/>
              <a:buFont typeface="Arial"/>
              <a:buNone/>
            </a:pPr>
            <a:r>
              <a:t/>
            </a:r>
            <a:endParaRPr sz="2050">
              <a:solidFill>
                <a:srgbClr val="FFFFFF"/>
              </a:solidFill>
              <a:latin typeface="Calibri"/>
              <a:ea typeface="Calibri"/>
              <a:cs typeface="Calibri"/>
              <a:sym typeface="Calibri"/>
            </a:endParaRPr>
          </a:p>
        </p:txBody>
      </p:sp>
      <p:sp>
        <p:nvSpPr>
          <p:cNvPr id="193" name="Google Shape;193;p3"/>
          <p:cNvSpPr/>
          <p:nvPr/>
        </p:nvSpPr>
        <p:spPr>
          <a:xfrm>
            <a:off x="558225" y="1399463"/>
            <a:ext cx="8429936" cy="720376"/>
          </a:xfrm>
          <a:custGeom>
            <a:rect b="b" l="l" r="r" t="t"/>
            <a:pathLst>
              <a:path extrusionOk="0" h="960501" w="11128629">
                <a:moveTo>
                  <a:pt x="0" y="0"/>
                </a:moveTo>
                <a:lnTo>
                  <a:pt x="11128629" y="0"/>
                </a:lnTo>
                <a:lnTo>
                  <a:pt x="11128629" y="960501"/>
                </a:lnTo>
                <a:lnTo>
                  <a:pt x="0" y="960501"/>
                </a:lnTo>
                <a:close/>
              </a:path>
            </a:pathLst>
          </a:custGeom>
          <a:solidFill>
            <a:srgbClr val="F47920"/>
          </a:solidFill>
          <a:ln cap="sq" cmpd="sng" w="25400">
            <a:solidFill>
              <a:srgbClr val="F47920"/>
            </a:solidFill>
            <a:prstDash val="solid"/>
            <a:miter lim="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 name="Google Shape;194;p3"/>
          <p:cNvSpPr txBox="1"/>
          <p:nvPr/>
        </p:nvSpPr>
        <p:spPr>
          <a:xfrm>
            <a:off x="558188" y="1416150"/>
            <a:ext cx="8430000" cy="687000"/>
          </a:xfrm>
          <a:prstGeom prst="rect">
            <a:avLst/>
          </a:prstGeom>
          <a:noFill/>
          <a:ln>
            <a:noFill/>
          </a:ln>
        </p:spPr>
        <p:txBody>
          <a:bodyPr anchorCtr="0" anchor="ctr" bIns="0" lIns="0" spcFirstLastPara="1" rIns="0" wrap="square" tIns="0">
            <a:noAutofit/>
          </a:bodyPr>
          <a:lstStyle/>
          <a:p>
            <a:pPr indent="0" lvl="0" marL="0" marR="0" rtl="0" algn="just">
              <a:lnSpc>
                <a:spcPct val="120000"/>
              </a:lnSpc>
              <a:spcBef>
                <a:spcPts val="0"/>
              </a:spcBef>
              <a:spcAft>
                <a:spcPts val="0"/>
              </a:spcAft>
              <a:buClr>
                <a:schemeClr val="dk1"/>
              </a:buClr>
              <a:buSzPts val="1800"/>
              <a:buFont typeface="Arial"/>
              <a:buNone/>
            </a:pPr>
            <a:r>
              <a:rPr b="1" lang="en-US" sz="2050">
                <a:solidFill>
                  <a:schemeClr val="lt1"/>
                </a:solidFill>
                <a:latin typeface="Calibri"/>
                <a:ea typeface="Calibri"/>
                <a:cs typeface="Calibri"/>
                <a:sym typeface="Calibri"/>
              </a:rPr>
              <a:t>FR-20: El sistema debe permitir el registro de productos mediante código de barras.</a:t>
            </a:r>
            <a:endParaRPr b="1" sz="2050">
              <a:solidFill>
                <a:schemeClr val="lt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A1A"/>
        </a:solidFill>
      </p:bgPr>
    </p:bg>
    <p:spTree>
      <p:nvGrpSpPr>
        <p:cNvPr id="202" name="Shape 202"/>
        <p:cNvGrpSpPr/>
        <p:nvPr/>
      </p:nvGrpSpPr>
      <p:grpSpPr>
        <a:xfrm>
          <a:off x="0" y="0"/>
          <a:ext cx="0" cy="0"/>
          <a:chOff x="0" y="0"/>
          <a:chExt cx="0" cy="0"/>
        </a:xfrm>
      </p:grpSpPr>
      <p:sp>
        <p:nvSpPr>
          <p:cNvPr id="203" name="Google Shape;203;p4"/>
          <p:cNvSpPr/>
          <p:nvPr/>
        </p:nvSpPr>
        <p:spPr>
          <a:xfrm>
            <a:off x="-12697" y="-12697"/>
            <a:ext cx="244887" cy="10312432"/>
          </a:xfrm>
          <a:custGeom>
            <a:rect b="b" l="l" r="r" t="t"/>
            <a:pathLst>
              <a:path extrusionOk="0" h="13749910" w="326517">
                <a:moveTo>
                  <a:pt x="0" y="0"/>
                </a:moveTo>
                <a:lnTo>
                  <a:pt x="326517" y="0"/>
                </a:lnTo>
                <a:lnTo>
                  <a:pt x="326517" y="13749910"/>
                </a:lnTo>
                <a:lnTo>
                  <a:pt x="0" y="13749910"/>
                </a:lnTo>
                <a:close/>
              </a:path>
            </a:pathLst>
          </a:custGeom>
          <a:solidFill>
            <a:srgbClr val="F47920"/>
          </a:solidFill>
          <a:ln cap="sq" cmpd="sng" w="25400">
            <a:solidFill>
              <a:srgbClr val="F47920"/>
            </a:solidFill>
            <a:prstDash val="solid"/>
            <a:miter lim="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 name="Google Shape;204;p4"/>
          <p:cNvSpPr/>
          <p:nvPr/>
        </p:nvSpPr>
        <p:spPr>
          <a:xfrm>
            <a:off x="206759" y="-12697"/>
            <a:ext cx="18093975" cy="135159"/>
          </a:xfrm>
          <a:custGeom>
            <a:rect b="b" l="l" r="r" t="t"/>
            <a:pathLst>
              <a:path extrusionOk="0" h="180213" w="24125301">
                <a:moveTo>
                  <a:pt x="0" y="0"/>
                </a:moveTo>
                <a:lnTo>
                  <a:pt x="24125301" y="0"/>
                </a:lnTo>
                <a:lnTo>
                  <a:pt x="24125301" y="180213"/>
                </a:lnTo>
                <a:lnTo>
                  <a:pt x="0" y="180213"/>
                </a:lnTo>
                <a:close/>
              </a:path>
            </a:pathLst>
          </a:custGeom>
          <a:solidFill>
            <a:srgbClr val="F47920"/>
          </a:solidFill>
          <a:ln cap="sq" cmpd="sng" w="25400">
            <a:solidFill>
              <a:srgbClr val="F47920"/>
            </a:solidFill>
            <a:prstDash val="solid"/>
            <a:miter lim="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05" name="Google Shape;205;p4"/>
          <p:cNvGrpSpPr/>
          <p:nvPr/>
        </p:nvGrpSpPr>
        <p:grpSpPr>
          <a:xfrm>
            <a:off x="640080" y="162306"/>
            <a:ext cx="17007840" cy="1062990"/>
            <a:chOff x="0" y="-76200"/>
            <a:chExt cx="22677120" cy="1417320"/>
          </a:xfrm>
        </p:grpSpPr>
        <p:sp>
          <p:nvSpPr>
            <p:cNvPr id="206" name="Google Shape;206;p4"/>
            <p:cNvSpPr/>
            <p:nvPr/>
          </p:nvSpPr>
          <p:spPr>
            <a:xfrm>
              <a:off x="0" y="0"/>
              <a:ext cx="22677120" cy="1341120"/>
            </a:xfrm>
            <a:custGeom>
              <a:rect b="b" l="l" r="r" t="t"/>
              <a:pathLst>
                <a:path extrusionOk="0" h="1341120" w="22677120">
                  <a:moveTo>
                    <a:pt x="0" y="0"/>
                  </a:moveTo>
                  <a:lnTo>
                    <a:pt x="22677120" y="0"/>
                  </a:lnTo>
                  <a:lnTo>
                    <a:pt x="22677120" y="1341120"/>
                  </a:lnTo>
                  <a:lnTo>
                    <a:pt x="0" y="1341120"/>
                  </a:lnTo>
                  <a:close/>
                </a:path>
              </a:pathLst>
            </a:custGeom>
            <a:blipFill rotWithShape="1">
              <a:blip r:embed="rId3">
                <a:alphaModFix amt="0"/>
              </a:blip>
              <a:stretch>
                <a:fillRect b="-279467" l="0" r="0" t="-279467"/>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 name="Google Shape;207;p4"/>
            <p:cNvSpPr txBox="1"/>
            <p:nvPr/>
          </p:nvSpPr>
          <p:spPr>
            <a:xfrm>
              <a:off x="0" y="-76200"/>
              <a:ext cx="22677120" cy="141732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00000"/>
                </a:buClr>
                <a:buSzPts val="4400"/>
                <a:buFont typeface="Arial"/>
                <a:buNone/>
              </a:pPr>
              <a:r>
                <a:rPr b="1" i="0" lang="en-US" sz="4400" u="none" cap="none" strike="noStrike">
                  <a:solidFill>
                    <a:srgbClr val="FFFFFF"/>
                  </a:solidFill>
                  <a:latin typeface="Calibri"/>
                  <a:ea typeface="Calibri"/>
                  <a:cs typeface="Calibri"/>
                  <a:sym typeface="Calibri"/>
                </a:rPr>
                <a:t>Requerimientos de Usuario (UR)</a:t>
              </a:r>
              <a:endParaRPr b="0" i="0" sz="1400" u="none" cap="none" strike="noStrike">
                <a:solidFill>
                  <a:srgbClr val="000000"/>
                </a:solidFill>
                <a:latin typeface="Arial"/>
                <a:ea typeface="Arial"/>
                <a:cs typeface="Arial"/>
                <a:sym typeface="Arial"/>
              </a:endParaRPr>
            </a:p>
          </p:txBody>
        </p:sp>
      </p:grpSp>
      <p:grpSp>
        <p:nvGrpSpPr>
          <p:cNvPr id="208" name="Google Shape;208;p4"/>
          <p:cNvGrpSpPr/>
          <p:nvPr/>
        </p:nvGrpSpPr>
        <p:grpSpPr>
          <a:xfrm>
            <a:off x="640080" y="9755505"/>
            <a:ext cx="17007840" cy="430911"/>
            <a:chOff x="0" y="-38100"/>
            <a:chExt cx="22677120" cy="574548"/>
          </a:xfrm>
        </p:grpSpPr>
        <p:sp>
          <p:nvSpPr>
            <p:cNvPr id="209" name="Google Shape;209;p4"/>
            <p:cNvSpPr/>
            <p:nvPr/>
          </p:nvSpPr>
          <p:spPr>
            <a:xfrm>
              <a:off x="0" y="0"/>
              <a:ext cx="22677120" cy="536448"/>
            </a:xfrm>
            <a:custGeom>
              <a:rect b="b" l="l" r="r" t="t"/>
              <a:pathLst>
                <a:path extrusionOk="0" h="536448" w="22677120">
                  <a:moveTo>
                    <a:pt x="0" y="0"/>
                  </a:moveTo>
                  <a:lnTo>
                    <a:pt x="22677120" y="0"/>
                  </a:lnTo>
                  <a:lnTo>
                    <a:pt x="22677120" y="536448"/>
                  </a:lnTo>
                  <a:lnTo>
                    <a:pt x="0" y="536448"/>
                  </a:lnTo>
                  <a:close/>
                </a:path>
              </a:pathLst>
            </a:custGeom>
            <a:blipFill rotWithShape="1">
              <a:blip r:embed="rId3">
                <a:alphaModFix amt="0"/>
              </a:blip>
              <a:stretch>
                <a:fillRect b="-773724" l="0" r="0" t="-773724"/>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 name="Google Shape;210;p4"/>
            <p:cNvSpPr txBox="1"/>
            <p:nvPr/>
          </p:nvSpPr>
          <p:spPr>
            <a:xfrm>
              <a:off x="0" y="-38100"/>
              <a:ext cx="22677120" cy="574548"/>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00000"/>
                </a:buClr>
                <a:buSzPts val="1800"/>
                <a:buFont typeface="Arial"/>
                <a:buNone/>
              </a:pPr>
              <a:r>
                <a:rPr b="0" i="0" lang="en-US" sz="1800" u="none" cap="none" strike="noStrike">
                  <a:solidFill>
                    <a:srgbClr val="9CA3AF"/>
                  </a:solidFill>
                  <a:latin typeface="Calibri"/>
                  <a:ea typeface="Calibri"/>
                  <a:cs typeface="Calibri"/>
                  <a:sym typeface="Calibri"/>
                </a:rPr>
                <a:t>Puertas Blindadas · Ingeniería de Software II · 2026</a:t>
              </a:r>
              <a:endParaRPr b="0" i="0" sz="1400" u="none" cap="none" strike="noStrike">
                <a:solidFill>
                  <a:srgbClr val="000000"/>
                </a:solidFill>
                <a:latin typeface="Arial"/>
                <a:ea typeface="Arial"/>
                <a:cs typeface="Arial"/>
                <a:sym typeface="Arial"/>
              </a:endParaRPr>
            </a:p>
          </p:txBody>
        </p:sp>
      </p:grpSp>
      <p:sp>
        <p:nvSpPr>
          <p:cNvPr id="211" name="Google Shape;211;p4"/>
          <p:cNvSpPr/>
          <p:nvPr/>
        </p:nvSpPr>
        <p:spPr>
          <a:xfrm>
            <a:off x="621030" y="1480566"/>
            <a:ext cx="17045940" cy="3512820"/>
          </a:xfrm>
          <a:custGeom>
            <a:rect b="b" l="l" r="r" t="t"/>
            <a:pathLst>
              <a:path extrusionOk="0" h="4683760" w="22727920">
                <a:moveTo>
                  <a:pt x="0" y="0"/>
                </a:moveTo>
                <a:lnTo>
                  <a:pt x="22727920" y="0"/>
                </a:lnTo>
                <a:lnTo>
                  <a:pt x="22727920" y="4683760"/>
                </a:lnTo>
                <a:lnTo>
                  <a:pt x="0" y="4683760"/>
                </a:lnTo>
                <a:close/>
              </a:path>
            </a:pathLst>
          </a:custGeom>
          <a:solidFill>
            <a:srgbClr val="2E2E2E"/>
          </a:solidFill>
          <a:ln cap="sq" cmpd="sng" w="38100">
            <a:solidFill>
              <a:srgbClr val="F47920"/>
            </a:solidFill>
            <a:prstDash val="solid"/>
            <a:miter lim="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 name="Google Shape;212;p4"/>
          <p:cNvSpPr/>
          <p:nvPr/>
        </p:nvSpPr>
        <p:spPr>
          <a:xfrm>
            <a:off x="627383" y="1486919"/>
            <a:ext cx="135159" cy="3500151"/>
          </a:xfrm>
          <a:custGeom>
            <a:rect b="b" l="l" r="r" t="t"/>
            <a:pathLst>
              <a:path extrusionOk="0" h="4666869" w="180213">
                <a:moveTo>
                  <a:pt x="0" y="0"/>
                </a:moveTo>
                <a:lnTo>
                  <a:pt x="180213" y="0"/>
                </a:lnTo>
                <a:lnTo>
                  <a:pt x="180213" y="4666869"/>
                </a:lnTo>
                <a:lnTo>
                  <a:pt x="0" y="4666869"/>
                </a:lnTo>
                <a:close/>
              </a:path>
            </a:pathLst>
          </a:custGeom>
          <a:solidFill>
            <a:srgbClr val="F47920"/>
          </a:solidFill>
          <a:ln cap="sq" cmpd="sng" w="25400">
            <a:solidFill>
              <a:srgbClr val="F47920"/>
            </a:solidFill>
            <a:prstDash val="solid"/>
            <a:miter lim="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13" name="Google Shape;213;p4"/>
          <p:cNvGrpSpPr/>
          <p:nvPr/>
        </p:nvGrpSpPr>
        <p:grpSpPr>
          <a:xfrm>
            <a:off x="1005840" y="1573625"/>
            <a:ext cx="16459200" cy="730663"/>
            <a:chOff x="0" y="-47625"/>
            <a:chExt cx="21945600" cy="974217"/>
          </a:xfrm>
        </p:grpSpPr>
        <p:sp>
          <p:nvSpPr>
            <p:cNvPr id="214" name="Google Shape;214;p4"/>
            <p:cNvSpPr/>
            <p:nvPr/>
          </p:nvSpPr>
          <p:spPr>
            <a:xfrm>
              <a:off x="0" y="0"/>
              <a:ext cx="21945600" cy="926592"/>
            </a:xfrm>
            <a:custGeom>
              <a:rect b="b" l="l" r="r" t="t"/>
              <a:pathLst>
                <a:path extrusionOk="0" h="926592" w="21945600">
                  <a:moveTo>
                    <a:pt x="0" y="0"/>
                  </a:moveTo>
                  <a:lnTo>
                    <a:pt x="21945600" y="0"/>
                  </a:lnTo>
                  <a:lnTo>
                    <a:pt x="21945600" y="926592"/>
                  </a:lnTo>
                  <a:lnTo>
                    <a:pt x="0" y="926592"/>
                  </a:lnTo>
                  <a:close/>
                </a:path>
              </a:pathLst>
            </a:custGeom>
            <a:blipFill rotWithShape="1">
              <a:blip r:embed="rId3">
                <a:alphaModFix amt="0"/>
              </a:blip>
              <a:stretch>
                <a:fillRect b="-411510" l="0" r="0" t="-41151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 name="Google Shape;215;p4"/>
            <p:cNvSpPr txBox="1"/>
            <p:nvPr/>
          </p:nvSpPr>
          <p:spPr>
            <a:xfrm>
              <a:off x="0" y="-47625"/>
              <a:ext cx="21945600" cy="974217"/>
            </a:xfrm>
            <a:prstGeom prst="rect">
              <a:avLst/>
            </a:prstGeom>
            <a:noFill/>
            <a:ln>
              <a:noFill/>
            </a:ln>
          </p:spPr>
          <p:txBody>
            <a:bodyPr anchorCtr="0" anchor="ctr" bIns="0" lIns="0" spcFirstLastPara="1" rIns="0" wrap="square" tIns="0">
              <a:noAutofit/>
            </a:bodyPr>
            <a:lstStyle/>
            <a:p>
              <a:pPr indent="0" lvl="0" marL="0" marR="0" rtl="0" algn="l">
                <a:lnSpc>
                  <a:spcPct val="120007"/>
                </a:lnSpc>
                <a:spcBef>
                  <a:spcPts val="0"/>
                </a:spcBef>
                <a:spcAft>
                  <a:spcPts val="0"/>
                </a:spcAft>
                <a:buClr>
                  <a:srgbClr val="000000"/>
                </a:buClr>
                <a:buSzPts val="2799"/>
                <a:buFont typeface="Arial"/>
                <a:buNone/>
              </a:pPr>
              <a:r>
                <a:rPr b="1" i="0" lang="en-US" sz="2799" u="none" cap="none" strike="noStrike">
                  <a:solidFill>
                    <a:srgbClr val="F47920"/>
                  </a:solidFill>
                  <a:latin typeface="Calibri"/>
                  <a:ea typeface="Calibri"/>
                  <a:cs typeface="Calibri"/>
                  <a:sym typeface="Calibri"/>
                </a:rPr>
                <a:t>UR </a:t>
              </a:r>
              <a:r>
                <a:rPr b="1" lang="en-US" sz="2799">
                  <a:solidFill>
                    <a:srgbClr val="F47920"/>
                  </a:solidFill>
                  <a:latin typeface="Calibri"/>
                  <a:ea typeface="Calibri"/>
                  <a:cs typeface="Calibri"/>
                  <a:sym typeface="Calibri"/>
                </a:rPr>
                <a:t>3.3 </a:t>
              </a:r>
              <a:r>
                <a:rPr b="1" i="0" lang="en-US" sz="2799" u="none" cap="none" strike="noStrike">
                  <a:solidFill>
                    <a:srgbClr val="F47920"/>
                  </a:solidFill>
                  <a:latin typeface="Calibri"/>
                  <a:ea typeface="Calibri"/>
                  <a:cs typeface="Calibri"/>
                  <a:sym typeface="Calibri"/>
                </a:rPr>
                <a:t>· </a:t>
              </a:r>
              <a:r>
                <a:rPr b="1" lang="en-US" sz="2799">
                  <a:solidFill>
                    <a:srgbClr val="F47920"/>
                  </a:solidFill>
                  <a:latin typeface="Calibri"/>
                  <a:ea typeface="Calibri"/>
                  <a:cs typeface="Calibri"/>
                  <a:sym typeface="Calibri"/>
                </a:rPr>
                <a:t>Registrar productos mediante código de barras.</a:t>
              </a:r>
              <a:endParaRPr b="0" i="0" sz="1400" u="none" cap="none" strike="noStrike">
                <a:solidFill>
                  <a:srgbClr val="000000"/>
                </a:solidFill>
                <a:latin typeface="Arial"/>
                <a:ea typeface="Arial"/>
                <a:cs typeface="Arial"/>
                <a:sym typeface="Arial"/>
              </a:endParaRPr>
            </a:p>
          </p:txBody>
        </p:sp>
      </p:grpSp>
      <p:grpSp>
        <p:nvGrpSpPr>
          <p:cNvPr id="216" name="Google Shape;216;p4"/>
          <p:cNvGrpSpPr/>
          <p:nvPr/>
        </p:nvGrpSpPr>
        <p:grpSpPr>
          <a:xfrm>
            <a:off x="1005840" y="2305145"/>
            <a:ext cx="16459200" cy="2413159"/>
            <a:chOff x="0" y="-47625"/>
            <a:chExt cx="21945600" cy="3217545"/>
          </a:xfrm>
        </p:grpSpPr>
        <p:sp>
          <p:nvSpPr>
            <p:cNvPr id="217" name="Google Shape;217;p4"/>
            <p:cNvSpPr/>
            <p:nvPr/>
          </p:nvSpPr>
          <p:spPr>
            <a:xfrm>
              <a:off x="0" y="0"/>
              <a:ext cx="21945600" cy="3169920"/>
            </a:xfrm>
            <a:custGeom>
              <a:rect b="b" l="l" r="r" t="t"/>
              <a:pathLst>
                <a:path extrusionOk="0" h="3169920" w="21945600">
                  <a:moveTo>
                    <a:pt x="0" y="0"/>
                  </a:moveTo>
                  <a:lnTo>
                    <a:pt x="21945600" y="0"/>
                  </a:lnTo>
                  <a:lnTo>
                    <a:pt x="21945600" y="3169920"/>
                  </a:lnTo>
                  <a:lnTo>
                    <a:pt x="0" y="3169920"/>
                  </a:lnTo>
                  <a:close/>
                </a:path>
              </a:pathLst>
            </a:custGeom>
            <a:blipFill rotWithShape="1">
              <a:blip r:embed="rId3">
                <a:alphaModFix amt="0"/>
              </a:blip>
              <a:stretch>
                <a:fillRect b="-84894" l="0" r="0" t="-84894"/>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 name="Google Shape;218;p4"/>
            <p:cNvSpPr txBox="1"/>
            <p:nvPr/>
          </p:nvSpPr>
          <p:spPr>
            <a:xfrm>
              <a:off x="0" y="-47625"/>
              <a:ext cx="21945600" cy="3217545"/>
            </a:xfrm>
            <a:prstGeom prst="rect">
              <a:avLst/>
            </a:prstGeom>
            <a:noFill/>
            <a:ln>
              <a:noFill/>
            </a:ln>
          </p:spPr>
          <p:txBody>
            <a:bodyPr anchorCtr="0" anchor="ctr" bIns="0" lIns="0" spcFirstLastPara="1" rIns="0" wrap="square" tIns="0">
              <a:noAutofit/>
            </a:bodyPr>
            <a:lstStyle/>
            <a:p>
              <a:pPr indent="0" lvl="0" marL="0" marR="0" rtl="0" algn="l">
                <a:lnSpc>
                  <a:spcPct val="120008"/>
                </a:lnSpc>
                <a:spcBef>
                  <a:spcPts val="0"/>
                </a:spcBef>
                <a:spcAft>
                  <a:spcPts val="0"/>
                </a:spcAft>
                <a:buClr>
                  <a:srgbClr val="000000"/>
                </a:buClr>
                <a:buSzPts val="2499"/>
                <a:buFont typeface="Arial"/>
                <a:buNone/>
              </a:pPr>
              <a:r>
                <a:rPr lang="en-US" sz="2499">
                  <a:solidFill>
                    <a:srgbClr val="D1D5DB"/>
                  </a:solidFill>
                  <a:latin typeface="Calibri"/>
                  <a:ea typeface="Calibri"/>
                  <a:cs typeface="Calibri"/>
                  <a:sym typeface="Calibri"/>
                </a:rPr>
                <a:t>Como gerencia, quiero asociar proveedores a productos detallando costo y plazo, para elegir la opción más conveniente.</a:t>
              </a:r>
              <a:endParaRPr b="0" i="0" sz="2499" u="none" cap="none" strike="noStrike">
                <a:solidFill>
                  <a:srgbClr val="D1D5DB"/>
                </a:solidFill>
                <a:latin typeface="Calibri"/>
                <a:ea typeface="Calibri"/>
                <a:cs typeface="Calibri"/>
                <a:sym typeface="Calibri"/>
              </a:endParaRPr>
            </a:p>
            <a:p>
              <a:pPr indent="0" lvl="0" marL="0" marR="0" rtl="0" algn="l">
                <a:lnSpc>
                  <a:spcPct val="120008"/>
                </a:lnSpc>
                <a:spcBef>
                  <a:spcPts val="0"/>
                </a:spcBef>
                <a:spcAft>
                  <a:spcPts val="0"/>
                </a:spcAft>
                <a:buClr>
                  <a:srgbClr val="000000"/>
                </a:buClr>
                <a:buSzPts val="2499"/>
                <a:buFont typeface="Arial"/>
                <a:buNone/>
              </a:pPr>
              <a:r>
                <a:t/>
              </a:r>
              <a:endParaRPr b="0" i="0" sz="2499" u="none" cap="none" strike="noStrike">
                <a:solidFill>
                  <a:srgbClr val="D1D5DB"/>
                </a:solidFill>
                <a:latin typeface="Calibri"/>
                <a:ea typeface="Calibri"/>
                <a:cs typeface="Calibri"/>
                <a:sym typeface="Calibri"/>
              </a:endParaRPr>
            </a:p>
          </p:txBody>
        </p:sp>
      </p:grpSp>
      <p:sp>
        <p:nvSpPr>
          <p:cNvPr id="219" name="Google Shape;219;p4"/>
          <p:cNvSpPr/>
          <p:nvPr/>
        </p:nvSpPr>
        <p:spPr>
          <a:xfrm>
            <a:off x="621030" y="5375910"/>
            <a:ext cx="17045940" cy="3512820"/>
          </a:xfrm>
          <a:custGeom>
            <a:rect b="b" l="l" r="r" t="t"/>
            <a:pathLst>
              <a:path extrusionOk="0" h="4683760" w="22727920">
                <a:moveTo>
                  <a:pt x="0" y="0"/>
                </a:moveTo>
                <a:lnTo>
                  <a:pt x="22727920" y="0"/>
                </a:lnTo>
                <a:lnTo>
                  <a:pt x="22727920" y="4683760"/>
                </a:lnTo>
                <a:lnTo>
                  <a:pt x="0" y="4683760"/>
                </a:lnTo>
                <a:close/>
              </a:path>
            </a:pathLst>
          </a:custGeom>
          <a:solidFill>
            <a:srgbClr val="2E2E2E"/>
          </a:solidFill>
          <a:ln cap="sq" cmpd="sng" w="38100">
            <a:solidFill>
              <a:srgbClr val="F47920"/>
            </a:solidFill>
            <a:prstDash val="solid"/>
            <a:miter lim="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 name="Google Shape;220;p4"/>
          <p:cNvSpPr/>
          <p:nvPr/>
        </p:nvSpPr>
        <p:spPr>
          <a:xfrm>
            <a:off x="627383" y="5382263"/>
            <a:ext cx="135159" cy="3500151"/>
          </a:xfrm>
          <a:custGeom>
            <a:rect b="b" l="l" r="r" t="t"/>
            <a:pathLst>
              <a:path extrusionOk="0" h="4666869" w="180213">
                <a:moveTo>
                  <a:pt x="0" y="0"/>
                </a:moveTo>
                <a:lnTo>
                  <a:pt x="180213" y="0"/>
                </a:lnTo>
                <a:lnTo>
                  <a:pt x="180213" y="4666869"/>
                </a:lnTo>
                <a:lnTo>
                  <a:pt x="0" y="4666869"/>
                </a:lnTo>
                <a:close/>
              </a:path>
            </a:pathLst>
          </a:custGeom>
          <a:solidFill>
            <a:srgbClr val="F47920"/>
          </a:solidFill>
          <a:ln cap="sq" cmpd="sng" w="25400">
            <a:solidFill>
              <a:srgbClr val="F47920"/>
            </a:solidFill>
            <a:prstDash val="solid"/>
            <a:miter lim="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21" name="Google Shape;221;p4"/>
          <p:cNvGrpSpPr/>
          <p:nvPr/>
        </p:nvGrpSpPr>
        <p:grpSpPr>
          <a:xfrm>
            <a:off x="1005840" y="5468969"/>
            <a:ext cx="16459200" cy="730663"/>
            <a:chOff x="0" y="-47625"/>
            <a:chExt cx="21945600" cy="974217"/>
          </a:xfrm>
        </p:grpSpPr>
        <p:sp>
          <p:nvSpPr>
            <p:cNvPr id="222" name="Google Shape;222;p4"/>
            <p:cNvSpPr/>
            <p:nvPr/>
          </p:nvSpPr>
          <p:spPr>
            <a:xfrm>
              <a:off x="0" y="0"/>
              <a:ext cx="21945600" cy="926592"/>
            </a:xfrm>
            <a:custGeom>
              <a:rect b="b" l="l" r="r" t="t"/>
              <a:pathLst>
                <a:path extrusionOk="0" h="926592" w="21945600">
                  <a:moveTo>
                    <a:pt x="0" y="0"/>
                  </a:moveTo>
                  <a:lnTo>
                    <a:pt x="21945600" y="0"/>
                  </a:lnTo>
                  <a:lnTo>
                    <a:pt x="21945600" y="926592"/>
                  </a:lnTo>
                  <a:lnTo>
                    <a:pt x="0" y="926592"/>
                  </a:lnTo>
                  <a:close/>
                </a:path>
              </a:pathLst>
            </a:custGeom>
            <a:blipFill rotWithShape="1">
              <a:blip r:embed="rId3">
                <a:alphaModFix amt="0"/>
              </a:blip>
              <a:stretch>
                <a:fillRect b="-411510" l="0" r="0" t="-41151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 name="Google Shape;223;p4"/>
            <p:cNvSpPr txBox="1"/>
            <p:nvPr/>
          </p:nvSpPr>
          <p:spPr>
            <a:xfrm>
              <a:off x="0" y="-47625"/>
              <a:ext cx="21945600" cy="974217"/>
            </a:xfrm>
            <a:prstGeom prst="rect">
              <a:avLst/>
            </a:prstGeom>
            <a:noFill/>
            <a:ln>
              <a:noFill/>
            </a:ln>
          </p:spPr>
          <p:txBody>
            <a:bodyPr anchorCtr="0" anchor="ctr" bIns="0" lIns="0" spcFirstLastPara="1" rIns="0" wrap="square" tIns="0">
              <a:noAutofit/>
            </a:bodyPr>
            <a:lstStyle/>
            <a:p>
              <a:pPr indent="0" lvl="0" marL="0" marR="0" rtl="0" algn="l">
                <a:lnSpc>
                  <a:spcPct val="120007"/>
                </a:lnSpc>
                <a:spcBef>
                  <a:spcPts val="0"/>
                </a:spcBef>
                <a:spcAft>
                  <a:spcPts val="0"/>
                </a:spcAft>
                <a:buClr>
                  <a:srgbClr val="000000"/>
                </a:buClr>
                <a:buSzPts val="2799"/>
                <a:buFont typeface="Arial"/>
                <a:buNone/>
              </a:pPr>
              <a:r>
                <a:rPr b="1" i="0" lang="en-US" sz="2799" u="none" cap="none" strike="noStrike">
                  <a:solidFill>
                    <a:srgbClr val="F47920"/>
                  </a:solidFill>
                  <a:latin typeface="Calibri"/>
                  <a:ea typeface="Calibri"/>
                  <a:cs typeface="Calibri"/>
                  <a:sym typeface="Calibri"/>
                </a:rPr>
                <a:t>UR </a:t>
              </a:r>
              <a:r>
                <a:rPr b="1" lang="en-US" sz="2799">
                  <a:solidFill>
                    <a:srgbClr val="F47920"/>
                  </a:solidFill>
                  <a:latin typeface="Calibri"/>
                  <a:ea typeface="Calibri"/>
                  <a:cs typeface="Calibri"/>
                  <a:sym typeface="Calibri"/>
                </a:rPr>
                <a:t>11.4</a:t>
              </a:r>
              <a:r>
                <a:rPr b="1" i="0" lang="en-US" sz="2799" u="none" cap="none" strike="noStrike">
                  <a:solidFill>
                    <a:srgbClr val="F47920"/>
                  </a:solidFill>
                  <a:latin typeface="Calibri"/>
                  <a:ea typeface="Calibri"/>
                  <a:cs typeface="Calibri"/>
                  <a:sym typeface="Calibri"/>
                </a:rPr>
                <a:t> · </a:t>
              </a:r>
              <a:r>
                <a:rPr b="1" lang="en-US" sz="2799">
                  <a:solidFill>
                    <a:srgbClr val="F47920"/>
                  </a:solidFill>
                  <a:latin typeface="Calibri"/>
                  <a:ea typeface="Calibri"/>
                  <a:cs typeface="Calibri"/>
                  <a:sym typeface="Calibri"/>
                </a:rPr>
                <a:t>Definir insumos estándar por proceso</a:t>
              </a:r>
              <a:endParaRPr b="0" i="0" sz="1400" u="none" cap="none" strike="noStrike">
                <a:solidFill>
                  <a:srgbClr val="000000"/>
                </a:solidFill>
                <a:latin typeface="Arial"/>
                <a:ea typeface="Arial"/>
                <a:cs typeface="Arial"/>
                <a:sym typeface="Arial"/>
              </a:endParaRPr>
            </a:p>
          </p:txBody>
        </p:sp>
      </p:grpSp>
      <p:grpSp>
        <p:nvGrpSpPr>
          <p:cNvPr id="224" name="Google Shape;224;p4"/>
          <p:cNvGrpSpPr/>
          <p:nvPr/>
        </p:nvGrpSpPr>
        <p:grpSpPr>
          <a:xfrm>
            <a:off x="1005840" y="6200489"/>
            <a:ext cx="16459200" cy="2413159"/>
            <a:chOff x="0" y="-47625"/>
            <a:chExt cx="21945600" cy="3217545"/>
          </a:xfrm>
        </p:grpSpPr>
        <p:sp>
          <p:nvSpPr>
            <p:cNvPr id="225" name="Google Shape;225;p4"/>
            <p:cNvSpPr/>
            <p:nvPr/>
          </p:nvSpPr>
          <p:spPr>
            <a:xfrm>
              <a:off x="0" y="0"/>
              <a:ext cx="21945600" cy="3169920"/>
            </a:xfrm>
            <a:custGeom>
              <a:rect b="b" l="l" r="r" t="t"/>
              <a:pathLst>
                <a:path extrusionOk="0" h="3169920" w="21945600">
                  <a:moveTo>
                    <a:pt x="0" y="0"/>
                  </a:moveTo>
                  <a:lnTo>
                    <a:pt x="21945600" y="0"/>
                  </a:lnTo>
                  <a:lnTo>
                    <a:pt x="21945600" y="3169920"/>
                  </a:lnTo>
                  <a:lnTo>
                    <a:pt x="0" y="3169920"/>
                  </a:lnTo>
                  <a:close/>
                </a:path>
              </a:pathLst>
            </a:custGeom>
            <a:blipFill rotWithShape="1">
              <a:blip r:embed="rId3">
                <a:alphaModFix amt="0"/>
              </a:blip>
              <a:stretch>
                <a:fillRect b="-84894" l="0" r="0" t="-84894"/>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 name="Google Shape;226;p4"/>
            <p:cNvSpPr txBox="1"/>
            <p:nvPr/>
          </p:nvSpPr>
          <p:spPr>
            <a:xfrm>
              <a:off x="0" y="-47625"/>
              <a:ext cx="21945600" cy="3217545"/>
            </a:xfrm>
            <a:prstGeom prst="rect">
              <a:avLst/>
            </a:prstGeom>
            <a:noFill/>
            <a:ln>
              <a:noFill/>
            </a:ln>
          </p:spPr>
          <p:txBody>
            <a:bodyPr anchorCtr="0" anchor="ctr" bIns="0" lIns="0" spcFirstLastPara="1" rIns="0" wrap="square" tIns="0">
              <a:noAutofit/>
            </a:bodyPr>
            <a:lstStyle/>
            <a:p>
              <a:pPr indent="0" lvl="0" marL="0" marR="0" rtl="0" algn="l">
                <a:lnSpc>
                  <a:spcPct val="120008"/>
                </a:lnSpc>
                <a:spcBef>
                  <a:spcPts val="0"/>
                </a:spcBef>
                <a:spcAft>
                  <a:spcPts val="0"/>
                </a:spcAft>
                <a:buClr>
                  <a:srgbClr val="000000"/>
                </a:buClr>
                <a:buSzPts val="2499"/>
                <a:buFont typeface="Arial"/>
                <a:buNone/>
              </a:pPr>
              <a:r>
                <a:rPr lang="en-US" sz="2499">
                  <a:solidFill>
                    <a:srgbClr val="D1D5DB"/>
                  </a:solidFill>
                  <a:latin typeface="Calibri"/>
                  <a:ea typeface="Calibri"/>
                  <a:cs typeface="Calibri"/>
                  <a:sym typeface="Calibri"/>
                </a:rPr>
                <a:t>Como JOP, quiero predefinir materiales por área, para estandarizar los materiales utilizados por distintos tipos de producto y para agilizar las salidas de bodega.</a:t>
              </a:r>
              <a:endParaRPr b="0" i="0" sz="1400" u="none" cap="none" strike="noStrike">
                <a:solidFill>
                  <a:srgbClr val="000000"/>
                </a:solidFill>
                <a:latin typeface="Arial"/>
                <a:ea typeface="Arial"/>
                <a:cs typeface="Arial"/>
                <a:sym typeface="Arial"/>
              </a:endParaRPr>
            </a:p>
          </p:txBody>
        </p:sp>
      </p:grpSp>
      <p:grpSp>
        <p:nvGrpSpPr>
          <p:cNvPr id="227" name="Google Shape;227;p4"/>
          <p:cNvGrpSpPr/>
          <p:nvPr/>
        </p:nvGrpSpPr>
        <p:grpSpPr>
          <a:xfrm>
            <a:off x="912321" y="4461129"/>
            <a:ext cx="7315200" cy="485775"/>
            <a:chOff x="0" y="-38100"/>
            <a:chExt cx="9753600" cy="647700"/>
          </a:xfrm>
        </p:grpSpPr>
        <p:sp>
          <p:nvSpPr>
            <p:cNvPr id="228" name="Google Shape;228;p4"/>
            <p:cNvSpPr/>
            <p:nvPr/>
          </p:nvSpPr>
          <p:spPr>
            <a:xfrm>
              <a:off x="0" y="0"/>
              <a:ext cx="9753600" cy="609600"/>
            </a:xfrm>
            <a:custGeom>
              <a:rect b="b" l="l" r="r" t="t"/>
              <a:pathLst>
                <a:path extrusionOk="0" h="609600" w="9753600">
                  <a:moveTo>
                    <a:pt x="0" y="0"/>
                  </a:moveTo>
                  <a:lnTo>
                    <a:pt x="9753600" y="0"/>
                  </a:lnTo>
                  <a:lnTo>
                    <a:pt x="9753600" y="609600"/>
                  </a:lnTo>
                  <a:lnTo>
                    <a:pt x="0" y="609600"/>
                  </a:lnTo>
                  <a:close/>
                </a:path>
              </a:pathLst>
            </a:custGeom>
            <a:blipFill rotWithShape="1">
              <a:blip r:embed="rId3">
                <a:alphaModFix amt="0"/>
              </a:blip>
              <a:stretch>
                <a:fillRect b="-261760" l="0" r="0" t="-26176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 name="Google Shape;229;p4"/>
            <p:cNvSpPr txBox="1"/>
            <p:nvPr/>
          </p:nvSpPr>
          <p:spPr>
            <a:xfrm>
              <a:off x="0" y="-38100"/>
              <a:ext cx="9753600" cy="6477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00000"/>
                </a:buClr>
                <a:buSzPts val="1900"/>
                <a:buFont typeface="Arial"/>
                <a:buNone/>
              </a:pPr>
              <a:r>
                <a:rPr b="1" i="1" lang="en-US" sz="1900" u="none" cap="none" strike="noStrike">
                  <a:solidFill>
                    <a:srgbClr val="F47920"/>
                  </a:solidFill>
                  <a:latin typeface="Calibri"/>
                  <a:ea typeface="Calibri"/>
                  <a:cs typeface="Calibri"/>
                  <a:sym typeface="Calibri"/>
                </a:rPr>
                <a:t>Relacionado con: FR-</a:t>
              </a:r>
              <a:r>
                <a:rPr b="1" i="1" lang="en-US" sz="1900">
                  <a:solidFill>
                    <a:srgbClr val="F47920"/>
                  </a:solidFill>
                  <a:latin typeface="Calibri"/>
                  <a:ea typeface="Calibri"/>
                  <a:cs typeface="Calibri"/>
                  <a:sym typeface="Calibri"/>
                </a:rPr>
                <a:t>20</a:t>
              </a:r>
              <a:endParaRPr b="1" i="0" sz="1400" u="none" cap="none" strike="noStrike">
                <a:solidFill>
                  <a:srgbClr val="000000"/>
                </a:solidFill>
                <a:latin typeface="Arial"/>
                <a:ea typeface="Arial"/>
                <a:cs typeface="Arial"/>
                <a:sym typeface="Arial"/>
              </a:endParaRPr>
            </a:p>
          </p:txBody>
        </p:sp>
      </p:grpSp>
      <p:grpSp>
        <p:nvGrpSpPr>
          <p:cNvPr id="230" name="Google Shape;230;p4"/>
          <p:cNvGrpSpPr/>
          <p:nvPr/>
        </p:nvGrpSpPr>
        <p:grpSpPr>
          <a:xfrm>
            <a:off x="912321" y="8352282"/>
            <a:ext cx="7315200" cy="485775"/>
            <a:chOff x="0" y="-38100"/>
            <a:chExt cx="9753600" cy="647700"/>
          </a:xfrm>
        </p:grpSpPr>
        <p:sp>
          <p:nvSpPr>
            <p:cNvPr id="231" name="Google Shape;231;p4"/>
            <p:cNvSpPr/>
            <p:nvPr/>
          </p:nvSpPr>
          <p:spPr>
            <a:xfrm>
              <a:off x="0" y="0"/>
              <a:ext cx="9753600" cy="609600"/>
            </a:xfrm>
            <a:custGeom>
              <a:rect b="b" l="l" r="r" t="t"/>
              <a:pathLst>
                <a:path extrusionOk="0" h="609600" w="9753600">
                  <a:moveTo>
                    <a:pt x="0" y="0"/>
                  </a:moveTo>
                  <a:lnTo>
                    <a:pt x="9753600" y="0"/>
                  </a:lnTo>
                  <a:lnTo>
                    <a:pt x="9753600" y="609600"/>
                  </a:lnTo>
                  <a:lnTo>
                    <a:pt x="0" y="609600"/>
                  </a:lnTo>
                  <a:close/>
                </a:path>
              </a:pathLst>
            </a:custGeom>
            <a:blipFill rotWithShape="1">
              <a:blip r:embed="rId3">
                <a:alphaModFix amt="0"/>
              </a:blip>
              <a:stretch>
                <a:fillRect b="-261760" l="0" r="0" t="-26176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 name="Google Shape;232;p4"/>
            <p:cNvSpPr txBox="1"/>
            <p:nvPr/>
          </p:nvSpPr>
          <p:spPr>
            <a:xfrm>
              <a:off x="0" y="-38100"/>
              <a:ext cx="9753600" cy="6477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00000"/>
                </a:buClr>
                <a:buSzPts val="1900"/>
                <a:buFont typeface="Arial"/>
                <a:buNone/>
              </a:pPr>
              <a:r>
                <a:rPr b="1" i="1" lang="en-US" sz="1900" u="none" cap="none" strike="noStrike">
                  <a:solidFill>
                    <a:srgbClr val="F47920"/>
                  </a:solidFill>
                  <a:latin typeface="Calibri"/>
                  <a:ea typeface="Calibri"/>
                  <a:cs typeface="Calibri"/>
                  <a:sym typeface="Calibri"/>
                </a:rPr>
                <a:t>Relacionado con: FR-</a:t>
              </a:r>
              <a:r>
                <a:rPr b="1" i="1" lang="en-US" sz="1900">
                  <a:solidFill>
                    <a:srgbClr val="F47920"/>
                  </a:solidFill>
                  <a:latin typeface="Calibri"/>
                  <a:ea typeface="Calibri"/>
                  <a:cs typeface="Calibri"/>
                  <a:sym typeface="Calibri"/>
                </a:rPr>
                <a:t>67</a:t>
              </a:r>
              <a:endParaRPr b="1" i="0" sz="1400" u="none" cap="none" strike="noStrike">
                <a:solidFill>
                  <a:srgbClr val="000000"/>
                </a:solidFill>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A1A"/>
        </a:solidFill>
      </p:bgPr>
    </p:bg>
    <p:spTree>
      <p:nvGrpSpPr>
        <p:cNvPr id="240" name="Shape 240"/>
        <p:cNvGrpSpPr/>
        <p:nvPr/>
      </p:nvGrpSpPr>
      <p:grpSpPr>
        <a:xfrm>
          <a:off x="0" y="0"/>
          <a:ext cx="0" cy="0"/>
          <a:chOff x="0" y="0"/>
          <a:chExt cx="0" cy="0"/>
        </a:xfrm>
      </p:grpSpPr>
      <p:sp>
        <p:nvSpPr>
          <p:cNvPr id="241" name="Google Shape;241;p5"/>
          <p:cNvSpPr/>
          <p:nvPr/>
        </p:nvSpPr>
        <p:spPr>
          <a:xfrm>
            <a:off x="-12697" y="-12697"/>
            <a:ext cx="244887" cy="10312432"/>
          </a:xfrm>
          <a:custGeom>
            <a:rect b="b" l="l" r="r" t="t"/>
            <a:pathLst>
              <a:path extrusionOk="0" h="13749910" w="326517">
                <a:moveTo>
                  <a:pt x="0" y="0"/>
                </a:moveTo>
                <a:lnTo>
                  <a:pt x="326517" y="0"/>
                </a:lnTo>
                <a:lnTo>
                  <a:pt x="326517" y="13749910"/>
                </a:lnTo>
                <a:lnTo>
                  <a:pt x="0" y="13749910"/>
                </a:lnTo>
                <a:close/>
              </a:path>
            </a:pathLst>
          </a:custGeom>
          <a:solidFill>
            <a:srgbClr val="F47920"/>
          </a:solidFill>
          <a:ln cap="sq" cmpd="sng" w="25400">
            <a:solidFill>
              <a:srgbClr val="F47920"/>
            </a:solidFill>
            <a:prstDash val="solid"/>
            <a:miter lim="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 name="Google Shape;242;p5"/>
          <p:cNvSpPr/>
          <p:nvPr/>
        </p:nvSpPr>
        <p:spPr>
          <a:xfrm>
            <a:off x="206759" y="-12697"/>
            <a:ext cx="18093975" cy="135159"/>
          </a:xfrm>
          <a:custGeom>
            <a:rect b="b" l="l" r="r" t="t"/>
            <a:pathLst>
              <a:path extrusionOk="0" h="180213" w="24125301">
                <a:moveTo>
                  <a:pt x="0" y="0"/>
                </a:moveTo>
                <a:lnTo>
                  <a:pt x="24125301" y="0"/>
                </a:lnTo>
                <a:lnTo>
                  <a:pt x="24125301" y="180213"/>
                </a:lnTo>
                <a:lnTo>
                  <a:pt x="0" y="180213"/>
                </a:lnTo>
                <a:close/>
              </a:path>
            </a:pathLst>
          </a:custGeom>
          <a:solidFill>
            <a:srgbClr val="F47920"/>
          </a:solidFill>
          <a:ln cap="sq" cmpd="sng" w="25400">
            <a:solidFill>
              <a:srgbClr val="F47920"/>
            </a:solidFill>
            <a:prstDash val="solid"/>
            <a:miter lim="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43" name="Google Shape;243;p5"/>
          <p:cNvGrpSpPr/>
          <p:nvPr/>
        </p:nvGrpSpPr>
        <p:grpSpPr>
          <a:xfrm>
            <a:off x="640080" y="113758"/>
            <a:ext cx="15798262" cy="1062990"/>
            <a:chOff x="0" y="-76200"/>
            <a:chExt cx="21064349" cy="1417320"/>
          </a:xfrm>
        </p:grpSpPr>
        <p:sp>
          <p:nvSpPr>
            <p:cNvPr id="244" name="Google Shape;244;p5"/>
            <p:cNvSpPr/>
            <p:nvPr/>
          </p:nvSpPr>
          <p:spPr>
            <a:xfrm>
              <a:off x="0" y="0"/>
              <a:ext cx="21064348" cy="1341120"/>
            </a:xfrm>
            <a:custGeom>
              <a:rect b="b" l="l" r="r" t="t"/>
              <a:pathLst>
                <a:path extrusionOk="0" h="1341120" w="21064348">
                  <a:moveTo>
                    <a:pt x="0" y="0"/>
                  </a:moveTo>
                  <a:lnTo>
                    <a:pt x="21064348" y="0"/>
                  </a:lnTo>
                  <a:lnTo>
                    <a:pt x="21064348" y="1341120"/>
                  </a:lnTo>
                  <a:lnTo>
                    <a:pt x="0" y="1341120"/>
                  </a:lnTo>
                  <a:close/>
                </a:path>
              </a:pathLst>
            </a:custGeom>
            <a:blipFill rotWithShape="1">
              <a:blip r:embed="rId3">
                <a:alphaModFix amt="0"/>
              </a:blip>
              <a:stretch>
                <a:fillRect b="-279467" l="0" r="-7657" t="-279467"/>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 name="Google Shape;245;p5"/>
            <p:cNvSpPr txBox="1"/>
            <p:nvPr/>
          </p:nvSpPr>
          <p:spPr>
            <a:xfrm>
              <a:off x="0" y="-76200"/>
              <a:ext cx="21064349" cy="141732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00000"/>
                </a:buClr>
                <a:buSzPts val="4400"/>
                <a:buFont typeface="Arial"/>
                <a:buNone/>
              </a:pPr>
              <a:r>
                <a:rPr b="1" i="0" lang="en-US" sz="4400" u="none" cap="none" strike="noStrike">
                  <a:solidFill>
                    <a:srgbClr val="FFFFFF"/>
                  </a:solidFill>
                  <a:latin typeface="Calibri"/>
                  <a:ea typeface="Calibri"/>
                  <a:cs typeface="Calibri"/>
                  <a:sym typeface="Calibri"/>
                </a:rPr>
                <a:t>Caso de Uso: CU-</a:t>
              </a:r>
              <a:r>
                <a:rPr b="1" lang="en-US" sz="4400">
                  <a:solidFill>
                    <a:srgbClr val="FFFFFF"/>
                  </a:solidFill>
                  <a:latin typeface="Calibri"/>
                  <a:ea typeface="Calibri"/>
                  <a:cs typeface="Calibri"/>
                  <a:sym typeface="Calibri"/>
                </a:rPr>
                <a:t>30</a:t>
              </a:r>
              <a:r>
                <a:rPr b="1" i="0" lang="en-US" sz="4400" u="none" cap="none" strike="noStrike">
                  <a:solidFill>
                    <a:srgbClr val="FFFFFF"/>
                  </a:solidFill>
                  <a:latin typeface="Calibri"/>
                  <a:ea typeface="Calibri"/>
                  <a:cs typeface="Calibri"/>
                  <a:sym typeface="Calibri"/>
                </a:rPr>
                <a:t> y CU-</a:t>
              </a:r>
              <a:r>
                <a:rPr b="1" lang="en-US" sz="4400">
                  <a:solidFill>
                    <a:srgbClr val="FFFFFF"/>
                  </a:solidFill>
                  <a:latin typeface="Calibri"/>
                  <a:ea typeface="Calibri"/>
                  <a:cs typeface="Calibri"/>
                  <a:sym typeface="Calibri"/>
                </a:rPr>
                <a:t>31</a:t>
              </a:r>
              <a:r>
                <a:rPr b="1" i="0" lang="en-US" sz="4400" u="none" cap="none" strike="noStrike">
                  <a:solidFill>
                    <a:srgbClr val="FFFFFF"/>
                  </a:solidFill>
                  <a:latin typeface="Calibri"/>
                  <a:ea typeface="Calibri"/>
                  <a:cs typeface="Calibri"/>
                  <a:sym typeface="Calibri"/>
                </a:rPr>
                <a:t> asociados al UR </a:t>
              </a:r>
              <a:r>
                <a:rPr b="1" lang="en-US" sz="4400">
                  <a:solidFill>
                    <a:srgbClr val="FFFFFF"/>
                  </a:solidFill>
                  <a:latin typeface="Calibri"/>
                  <a:ea typeface="Calibri"/>
                  <a:cs typeface="Calibri"/>
                  <a:sym typeface="Calibri"/>
                </a:rPr>
                <a:t>3.3</a:t>
              </a:r>
              <a:endParaRPr b="1" sz="4400">
                <a:solidFill>
                  <a:srgbClr val="FFFFFF"/>
                </a:solidFill>
                <a:latin typeface="Calibri"/>
                <a:ea typeface="Calibri"/>
                <a:cs typeface="Calibri"/>
                <a:sym typeface="Calibri"/>
              </a:endParaRPr>
            </a:p>
          </p:txBody>
        </p:sp>
      </p:grpSp>
      <p:grpSp>
        <p:nvGrpSpPr>
          <p:cNvPr id="246" name="Google Shape;246;p5"/>
          <p:cNvGrpSpPr/>
          <p:nvPr/>
        </p:nvGrpSpPr>
        <p:grpSpPr>
          <a:xfrm>
            <a:off x="640080" y="9755505"/>
            <a:ext cx="17007840" cy="430911"/>
            <a:chOff x="0" y="-38100"/>
            <a:chExt cx="22677120" cy="574548"/>
          </a:xfrm>
        </p:grpSpPr>
        <p:sp>
          <p:nvSpPr>
            <p:cNvPr id="247" name="Google Shape;247;p5"/>
            <p:cNvSpPr/>
            <p:nvPr/>
          </p:nvSpPr>
          <p:spPr>
            <a:xfrm>
              <a:off x="0" y="0"/>
              <a:ext cx="22677120" cy="536448"/>
            </a:xfrm>
            <a:custGeom>
              <a:rect b="b" l="l" r="r" t="t"/>
              <a:pathLst>
                <a:path extrusionOk="0" h="536448" w="22677120">
                  <a:moveTo>
                    <a:pt x="0" y="0"/>
                  </a:moveTo>
                  <a:lnTo>
                    <a:pt x="22677120" y="0"/>
                  </a:lnTo>
                  <a:lnTo>
                    <a:pt x="22677120" y="536448"/>
                  </a:lnTo>
                  <a:lnTo>
                    <a:pt x="0" y="536448"/>
                  </a:lnTo>
                  <a:close/>
                </a:path>
              </a:pathLst>
            </a:custGeom>
            <a:blipFill rotWithShape="1">
              <a:blip r:embed="rId3">
                <a:alphaModFix amt="0"/>
              </a:blip>
              <a:stretch>
                <a:fillRect b="-773724" l="0" r="0" t="-773724"/>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 name="Google Shape;248;p5"/>
            <p:cNvSpPr txBox="1"/>
            <p:nvPr/>
          </p:nvSpPr>
          <p:spPr>
            <a:xfrm>
              <a:off x="0" y="-38100"/>
              <a:ext cx="22677120" cy="574548"/>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00000"/>
                </a:buClr>
                <a:buSzPts val="1800"/>
                <a:buFont typeface="Arial"/>
                <a:buNone/>
              </a:pPr>
              <a:r>
                <a:rPr b="0" i="0" lang="en-US" sz="1800" u="none" cap="none" strike="noStrike">
                  <a:solidFill>
                    <a:srgbClr val="9CA3AF"/>
                  </a:solidFill>
                  <a:latin typeface="Calibri"/>
                  <a:ea typeface="Calibri"/>
                  <a:cs typeface="Calibri"/>
                  <a:sym typeface="Calibri"/>
                </a:rPr>
                <a:t>Puertas Blindadas · Ingeniería de Software II · 2026</a:t>
              </a:r>
              <a:endParaRPr b="0" i="0" sz="1400" u="none" cap="none" strike="noStrike">
                <a:solidFill>
                  <a:srgbClr val="000000"/>
                </a:solidFill>
                <a:latin typeface="Arial"/>
                <a:ea typeface="Arial"/>
                <a:cs typeface="Arial"/>
                <a:sym typeface="Arial"/>
              </a:endParaRPr>
            </a:p>
          </p:txBody>
        </p:sp>
      </p:grpSp>
      <p:graphicFrame>
        <p:nvGraphicFramePr>
          <p:cNvPr id="249" name="Google Shape;249;p5"/>
          <p:cNvGraphicFramePr/>
          <p:nvPr/>
        </p:nvGraphicFramePr>
        <p:xfrm>
          <a:off x="9663530" y="1293373"/>
          <a:ext cx="3000000" cy="3000000"/>
        </p:xfrm>
        <a:graphic>
          <a:graphicData uri="http://schemas.openxmlformats.org/drawingml/2006/table">
            <a:tbl>
              <a:tblPr>
                <a:noFill/>
                <a:tableStyleId>{E4467418-6F49-4301-BA5E-2CCCE1B5B76F}</a:tableStyleId>
              </a:tblPr>
              <a:tblGrid>
                <a:gridCol w="1780975"/>
                <a:gridCol w="6608750"/>
              </a:tblGrid>
              <a:tr h="508450">
                <a:tc>
                  <a:txBody>
                    <a:bodyPr/>
                    <a:lstStyle/>
                    <a:p>
                      <a:pPr indent="0" lvl="0" marL="0" marR="0" rtl="0" algn="l">
                        <a:lnSpc>
                          <a:spcPct val="120000"/>
                        </a:lnSpc>
                        <a:spcBef>
                          <a:spcPts val="0"/>
                        </a:spcBef>
                        <a:spcAft>
                          <a:spcPts val="0"/>
                        </a:spcAft>
                        <a:buClr>
                          <a:srgbClr val="000000"/>
                        </a:buClr>
                        <a:buSzPts val="1500"/>
                        <a:buFont typeface="Arial"/>
                        <a:buNone/>
                      </a:pPr>
                      <a:r>
                        <a:rPr b="1" lang="en-US" sz="1500" u="none" cap="none" strike="noStrike">
                          <a:solidFill>
                            <a:srgbClr val="FFFFFF"/>
                          </a:solidFill>
                          <a:latin typeface="Calibri"/>
                          <a:ea typeface="Calibri"/>
                          <a:cs typeface="Calibri"/>
                          <a:sym typeface="Calibri"/>
                        </a:rPr>
                        <a:t>Campo</a:t>
                      </a:r>
                      <a:endParaRPr sz="1100" u="none" cap="none" strike="noStrike"/>
                    </a:p>
                  </a:txBody>
                  <a:tcPr marT="91450" marB="91450" marR="91450" marL="91450">
                    <a:lnL cap="flat" cmpd="sng" w="9525">
                      <a:solidFill>
                        <a:srgbClr val="444444"/>
                      </a:solidFill>
                      <a:prstDash val="solid"/>
                      <a:round/>
                      <a:headEnd len="sm" w="sm" type="none"/>
                      <a:tailEnd len="sm" w="sm" type="none"/>
                    </a:lnL>
                    <a:lnR cap="flat" cmpd="sng" w="9525">
                      <a:solidFill>
                        <a:srgbClr val="444444"/>
                      </a:solidFill>
                      <a:prstDash val="solid"/>
                      <a:round/>
                      <a:headEnd len="sm" w="sm" type="none"/>
                      <a:tailEnd len="sm" w="sm" type="none"/>
                    </a:lnR>
                    <a:lnT cap="flat" cmpd="sng" w="9525">
                      <a:solidFill>
                        <a:srgbClr val="444444"/>
                      </a:solidFill>
                      <a:prstDash val="solid"/>
                      <a:round/>
                      <a:headEnd len="sm" w="sm" type="none"/>
                      <a:tailEnd len="sm" w="sm" type="none"/>
                    </a:lnT>
                    <a:lnB cap="flat" cmpd="sng" w="9525">
                      <a:solidFill>
                        <a:srgbClr val="444444"/>
                      </a:solidFill>
                      <a:prstDash val="solid"/>
                      <a:round/>
                      <a:headEnd len="sm" w="sm" type="none"/>
                      <a:tailEnd len="sm" w="sm" type="none"/>
                    </a:lnB>
                    <a:solidFill>
                      <a:srgbClr val="F47920"/>
                    </a:solidFill>
                  </a:tcPr>
                </a:tc>
                <a:tc>
                  <a:txBody>
                    <a:bodyPr/>
                    <a:lstStyle/>
                    <a:p>
                      <a:pPr indent="0" lvl="0" marL="0" marR="0" rtl="0" algn="l">
                        <a:lnSpc>
                          <a:spcPct val="120000"/>
                        </a:lnSpc>
                        <a:spcBef>
                          <a:spcPts val="0"/>
                        </a:spcBef>
                        <a:spcAft>
                          <a:spcPts val="0"/>
                        </a:spcAft>
                        <a:buClr>
                          <a:srgbClr val="000000"/>
                        </a:buClr>
                        <a:buSzPts val="1500"/>
                        <a:buFont typeface="Arial"/>
                        <a:buNone/>
                      </a:pPr>
                      <a:r>
                        <a:rPr b="1" lang="en-US" sz="1500" u="none" cap="none" strike="noStrike">
                          <a:solidFill>
                            <a:srgbClr val="FFFFFF"/>
                          </a:solidFill>
                          <a:latin typeface="Calibri"/>
                          <a:ea typeface="Calibri"/>
                          <a:cs typeface="Calibri"/>
                          <a:sym typeface="Calibri"/>
                        </a:rPr>
                        <a:t>Descripción</a:t>
                      </a:r>
                      <a:endParaRPr sz="1100" u="none" cap="none" strike="noStrike"/>
                    </a:p>
                  </a:txBody>
                  <a:tcPr marT="91450" marB="91450" marR="91450" marL="91450">
                    <a:lnL cap="flat" cmpd="sng" w="9525">
                      <a:solidFill>
                        <a:srgbClr val="444444"/>
                      </a:solidFill>
                      <a:prstDash val="solid"/>
                      <a:round/>
                      <a:headEnd len="sm" w="sm" type="none"/>
                      <a:tailEnd len="sm" w="sm" type="none"/>
                    </a:lnL>
                    <a:lnR cap="flat" cmpd="sng" w="9525">
                      <a:solidFill>
                        <a:srgbClr val="444444"/>
                      </a:solidFill>
                      <a:prstDash val="solid"/>
                      <a:round/>
                      <a:headEnd len="sm" w="sm" type="none"/>
                      <a:tailEnd len="sm" w="sm" type="none"/>
                    </a:lnR>
                    <a:lnT cap="flat" cmpd="sng" w="9525">
                      <a:solidFill>
                        <a:srgbClr val="444444"/>
                      </a:solidFill>
                      <a:prstDash val="solid"/>
                      <a:round/>
                      <a:headEnd len="sm" w="sm" type="none"/>
                      <a:tailEnd len="sm" w="sm" type="none"/>
                    </a:lnT>
                    <a:lnB cap="flat" cmpd="sng" w="9525">
                      <a:solidFill>
                        <a:srgbClr val="444444"/>
                      </a:solidFill>
                      <a:prstDash val="solid"/>
                      <a:round/>
                      <a:headEnd len="sm" w="sm" type="none"/>
                      <a:tailEnd len="sm" w="sm" type="none"/>
                    </a:lnB>
                    <a:solidFill>
                      <a:srgbClr val="F47920"/>
                    </a:solidFill>
                  </a:tcPr>
                </a:tc>
              </a:tr>
              <a:tr h="333100">
                <a:tc>
                  <a:txBody>
                    <a:bodyPr/>
                    <a:lstStyle/>
                    <a:p>
                      <a:pPr indent="0" lvl="0" marL="0" marR="0" rtl="0" algn="l">
                        <a:lnSpc>
                          <a:spcPct val="120000"/>
                        </a:lnSpc>
                        <a:spcBef>
                          <a:spcPts val="0"/>
                        </a:spcBef>
                        <a:spcAft>
                          <a:spcPts val="0"/>
                        </a:spcAft>
                        <a:buClr>
                          <a:srgbClr val="000000"/>
                        </a:buClr>
                        <a:buSzPts val="1500"/>
                        <a:buFont typeface="Arial"/>
                        <a:buNone/>
                      </a:pPr>
                      <a:r>
                        <a:rPr b="1" lang="en-US" sz="1500" u="none" cap="none" strike="noStrike">
                          <a:solidFill>
                            <a:srgbClr val="F47920"/>
                          </a:solidFill>
                          <a:latin typeface="Calibri"/>
                          <a:ea typeface="Calibri"/>
                          <a:cs typeface="Calibri"/>
                          <a:sym typeface="Calibri"/>
                        </a:rPr>
                        <a:t>Nombre</a:t>
                      </a:r>
                      <a:endParaRPr sz="1100" u="none" cap="none" strike="noStrike"/>
                    </a:p>
                  </a:txBody>
                  <a:tcPr marT="91450" marB="91450" marR="91450" marL="91450">
                    <a:lnL cap="flat" cmpd="sng" w="9525">
                      <a:solidFill>
                        <a:srgbClr val="444444"/>
                      </a:solidFill>
                      <a:prstDash val="solid"/>
                      <a:round/>
                      <a:headEnd len="sm" w="sm" type="none"/>
                      <a:tailEnd len="sm" w="sm" type="none"/>
                    </a:lnL>
                    <a:lnR cap="flat" cmpd="sng" w="9525">
                      <a:solidFill>
                        <a:srgbClr val="444444"/>
                      </a:solidFill>
                      <a:prstDash val="solid"/>
                      <a:round/>
                      <a:headEnd len="sm" w="sm" type="none"/>
                      <a:tailEnd len="sm" w="sm" type="none"/>
                    </a:lnR>
                    <a:lnT cap="flat" cmpd="sng" w="9525">
                      <a:solidFill>
                        <a:srgbClr val="444444"/>
                      </a:solidFill>
                      <a:prstDash val="solid"/>
                      <a:round/>
                      <a:headEnd len="sm" w="sm" type="none"/>
                      <a:tailEnd len="sm" w="sm" type="none"/>
                    </a:lnT>
                    <a:lnB cap="flat" cmpd="sng" w="9525">
                      <a:solidFill>
                        <a:srgbClr val="444444"/>
                      </a:solidFill>
                      <a:prstDash val="solid"/>
                      <a:round/>
                      <a:headEnd len="sm" w="sm" type="none"/>
                      <a:tailEnd len="sm" w="sm" type="none"/>
                    </a:lnB>
                    <a:solidFill>
                      <a:srgbClr val="2E2E2E"/>
                    </a:solidFill>
                  </a:tcPr>
                </a:tc>
                <a:tc>
                  <a:txBody>
                    <a:bodyPr/>
                    <a:lstStyle/>
                    <a:p>
                      <a:pPr indent="0" lvl="0" marL="0" marR="0" rtl="0" algn="l">
                        <a:lnSpc>
                          <a:spcPct val="120000"/>
                        </a:lnSpc>
                        <a:spcBef>
                          <a:spcPts val="0"/>
                        </a:spcBef>
                        <a:spcAft>
                          <a:spcPts val="0"/>
                        </a:spcAft>
                        <a:buClr>
                          <a:srgbClr val="000000"/>
                        </a:buClr>
                        <a:buSzPts val="1500"/>
                        <a:buFont typeface="Arial"/>
                        <a:buNone/>
                      </a:pPr>
                      <a:r>
                        <a:rPr lang="en-US" sz="1500">
                          <a:solidFill>
                            <a:srgbClr val="D1D5DB"/>
                          </a:solidFill>
                          <a:latin typeface="Calibri"/>
                          <a:ea typeface="Calibri"/>
                          <a:cs typeface="Calibri"/>
                          <a:sym typeface="Calibri"/>
                        </a:rPr>
                        <a:t>CU-31: Visualizando historial de movimientos detallado</a:t>
                      </a:r>
                      <a:endParaRPr sz="1500" u="none" cap="none" strike="noStrike">
                        <a:solidFill>
                          <a:srgbClr val="D1D5DB"/>
                        </a:solidFill>
                        <a:latin typeface="Calibri"/>
                        <a:ea typeface="Calibri"/>
                        <a:cs typeface="Calibri"/>
                        <a:sym typeface="Calibri"/>
                      </a:endParaRPr>
                    </a:p>
                  </a:txBody>
                  <a:tcPr marT="91450" marB="91450" marR="91450" marL="91450">
                    <a:lnL cap="flat" cmpd="sng" w="9525">
                      <a:solidFill>
                        <a:srgbClr val="444444"/>
                      </a:solidFill>
                      <a:prstDash val="solid"/>
                      <a:round/>
                      <a:headEnd len="sm" w="sm" type="none"/>
                      <a:tailEnd len="sm" w="sm" type="none"/>
                    </a:lnL>
                    <a:lnR cap="flat" cmpd="sng" w="9525">
                      <a:solidFill>
                        <a:srgbClr val="444444"/>
                      </a:solidFill>
                      <a:prstDash val="solid"/>
                      <a:round/>
                      <a:headEnd len="sm" w="sm" type="none"/>
                      <a:tailEnd len="sm" w="sm" type="none"/>
                    </a:lnR>
                    <a:lnT cap="flat" cmpd="sng" w="9525">
                      <a:solidFill>
                        <a:srgbClr val="444444"/>
                      </a:solidFill>
                      <a:prstDash val="solid"/>
                      <a:round/>
                      <a:headEnd len="sm" w="sm" type="none"/>
                      <a:tailEnd len="sm" w="sm" type="none"/>
                    </a:lnT>
                    <a:lnB cap="flat" cmpd="sng" w="9525">
                      <a:solidFill>
                        <a:srgbClr val="444444"/>
                      </a:solidFill>
                      <a:prstDash val="solid"/>
                      <a:round/>
                      <a:headEnd len="sm" w="sm" type="none"/>
                      <a:tailEnd len="sm" w="sm" type="none"/>
                    </a:lnB>
                    <a:solidFill>
                      <a:srgbClr val="2A2A2A"/>
                    </a:solidFill>
                  </a:tcPr>
                </a:tc>
              </a:tr>
              <a:tr h="333100">
                <a:tc>
                  <a:txBody>
                    <a:bodyPr/>
                    <a:lstStyle/>
                    <a:p>
                      <a:pPr indent="0" lvl="0" marL="0" marR="0" rtl="0" algn="l">
                        <a:lnSpc>
                          <a:spcPct val="120000"/>
                        </a:lnSpc>
                        <a:spcBef>
                          <a:spcPts val="0"/>
                        </a:spcBef>
                        <a:spcAft>
                          <a:spcPts val="0"/>
                        </a:spcAft>
                        <a:buClr>
                          <a:srgbClr val="000000"/>
                        </a:buClr>
                        <a:buSzPts val="1500"/>
                        <a:buFont typeface="Arial"/>
                        <a:buNone/>
                      </a:pPr>
                      <a:r>
                        <a:rPr b="1" lang="en-US" sz="1500" u="none" cap="none" strike="noStrike">
                          <a:solidFill>
                            <a:srgbClr val="F47920"/>
                          </a:solidFill>
                          <a:latin typeface="Calibri"/>
                          <a:ea typeface="Calibri"/>
                          <a:cs typeface="Calibri"/>
                          <a:sym typeface="Calibri"/>
                        </a:rPr>
                        <a:t>Actor(es)</a:t>
                      </a:r>
                      <a:endParaRPr sz="1100" u="none" cap="none" strike="noStrike"/>
                    </a:p>
                  </a:txBody>
                  <a:tcPr marT="91450" marB="91450" marR="91450" marL="91450">
                    <a:lnL cap="flat" cmpd="sng" w="9525">
                      <a:solidFill>
                        <a:srgbClr val="444444"/>
                      </a:solidFill>
                      <a:prstDash val="solid"/>
                      <a:round/>
                      <a:headEnd len="sm" w="sm" type="none"/>
                      <a:tailEnd len="sm" w="sm" type="none"/>
                    </a:lnL>
                    <a:lnR cap="flat" cmpd="sng" w="9525">
                      <a:solidFill>
                        <a:srgbClr val="444444"/>
                      </a:solidFill>
                      <a:prstDash val="solid"/>
                      <a:round/>
                      <a:headEnd len="sm" w="sm" type="none"/>
                      <a:tailEnd len="sm" w="sm" type="none"/>
                    </a:lnR>
                    <a:lnT cap="flat" cmpd="sng" w="9525">
                      <a:solidFill>
                        <a:srgbClr val="444444"/>
                      </a:solidFill>
                      <a:prstDash val="solid"/>
                      <a:round/>
                      <a:headEnd len="sm" w="sm" type="none"/>
                      <a:tailEnd len="sm" w="sm" type="none"/>
                    </a:lnT>
                    <a:lnB cap="flat" cmpd="sng" w="9525">
                      <a:solidFill>
                        <a:srgbClr val="444444"/>
                      </a:solidFill>
                      <a:prstDash val="solid"/>
                      <a:round/>
                      <a:headEnd len="sm" w="sm" type="none"/>
                      <a:tailEnd len="sm" w="sm" type="none"/>
                    </a:lnB>
                    <a:solidFill>
                      <a:srgbClr val="2E2E2E"/>
                    </a:solidFill>
                  </a:tcPr>
                </a:tc>
                <a:tc>
                  <a:txBody>
                    <a:bodyPr/>
                    <a:lstStyle/>
                    <a:p>
                      <a:pPr indent="0" lvl="0" marL="0" marR="0" rtl="0" algn="l">
                        <a:lnSpc>
                          <a:spcPct val="120000"/>
                        </a:lnSpc>
                        <a:spcBef>
                          <a:spcPts val="0"/>
                        </a:spcBef>
                        <a:spcAft>
                          <a:spcPts val="0"/>
                        </a:spcAft>
                        <a:buClr>
                          <a:srgbClr val="000000"/>
                        </a:buClr>
                        <a:buSzPts val="1500"/>
                        <a:buFont typeface="Arial"/>
                        <a:buNone/>
                      </a:pPr>
                      <a:r>
                        <a:rPr lang="en-US" sz="1500">
                          <a:solidFill>
                            <a:srgbClr val="D1D5DB"/>
                          </a:solidFill>
                          <a:latin typeface="Calibri"/>
                          <a:ea typeface="Calibri"/>
                          <a:cs typeface="Calibri"/>
                          <a:sym typeface="Calibri"/>
                        </a:rPr>
                        <a:t>Gerencia</a:t>
                      </a:r>
                      <a:endParaRPr sz="1100" u="none" cap="none" strike="noStrike"/>
                    </a:p>
                  </a:txBody>
                  <a:tcPr marT="91450" marB="91450" marR="91450" marL="91450">
                    <a:lnL cap="flat" cmpd="sng" w="9525">
                      <a:solidFill>
                        <a:srgbClr val="444444"/>
                      </a:solidFill>
                      <a:prstDash val="solid"/>
                      <a:round/>
                      <a:headEnd len="sm" w="sm" type="none"/>
                      <a:tailEnd len="sm" w="sm" type="none"/>
                    </a:lnL>
                    <a:lnR cap="flat" cmpd="sng" w="9525">
                      <a:solidFill>
                        <a:srgbClr val="444444"/>
                      </a:solidFill>
                      <a:prstDash val="solid"/>
                      <a:round/>
                      <a:headEnd len="sm" w="sm" type="none"/>
                      <a:tailEnd len="sm" w="sm" type="none"/>
                    </a:lnR>
                    <a:lnT cap="flat" cmpd="sng" w="9525">
                      <a:solidFill>
                        <a:srgbClr val="444444"/>
                      </a:solidFill>
                      <a:prstDash val="solid"/>
                      <a:round/>
                      <a:headEnd len="sm" w="sm" type="none"/>
                      <a:tailEnd len="sm" w="sm" type="none"/>
                    </a:lnT>
                    <a:lnB cap="flat" cmpd="sng" w="9525">
                      <a:solidFill>
                        <a:srgbClr val="444444"/>
                      </a:solidFill>
                      <a:prstDash val="solid"/>
                      <a:round/>
                      <a:headEnd len="sm" w="sm" type="none"/>
                      <a:tailEnd len="sm" w="sm" type="none"/>
                    </a:lnB>
                    <a:solidFill>
                      <a:srgbClr val="2A2A2A"/>
                    </a:solidFill>
                  </a:tcPr>
                </a:tc>
              </a:tr>
              <a:tr h="392475">
                <a:tc>
                  <a:txBody>
                    <a:bodyPr/>
                    <a:lstStyle/>
                    <a:p>
                      <a:pPr indent="0" lvl="0" marL="0" marR="0" rtl="0" algn="l">
                        <a:lnSpc>
                          <a:spcPct val="120000"/>
                        </a:lnSpc>
                        <a:spcBef>
                          <a:spcPts val="0"/>
                        </a:spcBef>
                        <a:spcAft>
                          <a:spcPts val="0"/>
                        </a:spcAft>
                        <a:buClr>
                          <a:srgbClr val="000000"/>
                        </a:buClr>
                        <a:buSzPts val="1500"/>
                        <a:buFont typeface="Arial"/>
                        <a:buNone/>
                      </a:pPr>
                      <a:r>
                        <a:rPr b="1" lang="en-US" sz="1500" u="none" cap="none" strike="noStrike">
                          <a:solidFill>
                            <a:srgbClr val="F47920"/>
                          </a:solidFill>
                          <a:latin typeface="Calibri"/>
                          <a:ea typeface="Calibri"/>
                          <a:cs typeface="Calibri"/>
                          <a:sym typeface="Calibri"/>
                        </a:rPr>
                        <a:t>Resumen</a:t>
                      </a:r>
                      <a:endParaRPr sz="1100" u="none" cap="none" strike="noStrike"/>
                    </a:p>
                  </a:txBody>
                  <a:tcPr marT="91450" marB="91450" marR="91450" marL="91450">
                    <a:lnL cap="flat" cmpd="sng" w="9525">
                      <a:solidFill>
                        <a:srgbClr val="444444"/>
                      </a:solidFill>
                      <a:prstDash val="solid"/>
                      <a:round/>
                      <a:headEnd len="sm" w="sm" type="none"/>
                      <a:tailEnd len="sm" w="sm" type="none"/>
                    </a:lnL>
                    <a:lnR cap="flat" cmpd="sng" w="9525">
                      <a:solidFill>
                        <a:srgbClr val="444444"/>
                      </a:solidFill>
                      <a:prstDash val="solid"/>
                      <a:round/>
                      <a:headEnd len="sm" w="sm" type="none"/>
                      <a:tailEnd len="sm" w="sm" type="none"/>
                    </a:lnR>
                    <a:lnT cap="flat" cmpd="sng" w="9525">
                      <a:solidFill>
                        <a:srgbClr val="444444"/>
                      </a:solidFill>
                      <a:prstDash val="solid"/>
                      <a:round/>
                      <a:headEnd len="sm" w="sm" type="none"/>
                      <a:tailEnd len="sm" w="sm" type="none"/>
                    </a:lnT>
                    <a:lnB cap="flat" cmpd="sng" w="9525">
                      <a:solidFill>
                        <a:srgbClr val="444444"/>
                      </a:solidFill>
                      <a:prstDash val="solid"/>
                      <a:round/>
                      <a:headEnd len="sm" w="sm" type="none"/>
                      <a:tailEnd len="sm" w="sm" type="none"/>
                    </a:lnB>
                    <a:solidFill>
                      <a:srgbClr val="2E2E2E"/>
                    </a:solidFill>
                  </a:tcPr>
                </a:tc>
                <a:tc>
                  <a:txBody>
                    <a:bodyPr/>
                    <a:lstStyle/>
                    <a:p>
                      <a:pPr indent="0" lvl="0" marL="0" marR="0" rtl="0" algn="l">
                        <a:lnSpc>
                          <a:spcPct val="120000"/>
                        </a:lnSpc>
                        <a:spcBef>
                          <a:spcPts val="0"/>
                        </a:spcBef>
                        <a:spcAft>
                          <a:spcPts val="0"/>
                        </a:spcAft>
                        <a:buClr>
                          <a:srgbClr val="000000"/>
                        </a:buClr>
                        <a:buSzPts val="1500"/>
                        <a:buFont typeface="Arial"/>
                        <a:buNone/>
                      </a:pPr>
                      <a:r>
                        <a:rPr lang="en-US" sz="1500">
                          <a:solidFill>
                            <a:srgbClr val="D1D5DB"/>
                          </a:solidFill>
                          <a:latin typeface="Calibri"/>
                          <a:ea typeface="Calibri"/>
                          <a:cs typeface="Calibri"/>
                          <a:sym typeface="Calibri"/>
                        </a:rPr>
                        <a:t>Permite supervisar el flujo de mercadería con detalles de origen y destino.</a:t>
                      </a:r>
                      <a:endParaRPr sz="1100" u="none" cap="none" strike="noStrike"/>
                    </a:p>
                  </a:txBody>
                  <a:tcPr marT="91450" marB="91450" marR="91450" marL="91450">
                    <a:lnL cap="flat" cmpd="sng" w="9525">
                      <a:solidFill>
                        <a:srgbClr val="444444"/>
                      </a:solidFill>
                      <a:prstDash val="solid"/>
                      <a:round/>
                      <a:headEnd len="sm" w="sm" type="none"/>
                      <a:tailEnd len="sm" w="sm" type="none"/>
                    </a:lnL>
                    <a:lnR cap="flat" cmpd="sng" w="9525">
                      <a:solidFill>
                        <a:srgbClr val="444444"/>
                      </a:solidFill>
                      <a:prstDash val="solid"/>
                      <a:round/>
                      <a:headEnd len="sm" w="sm" type="none"/>
                      <a:tailEnd len="sm" w="sm" type="none"/>
                    </a:lnR>
                    <a:lnT cap="flat" cmpd="sng" w="9525">
                      <a:solidFill>
                        <a:srgbClr val="444444"/>
                      </a:solidFill>
                      <a:prstDash val="solid"/>
                      <a:round/>
                      <a:headEnd len="sm" w="sm" type="none"/>
                      <a:tailEnd len="sm" w="sm" type="none"/>
                    </a:lnT>
                    <a:lnB cap="flat" cmpd="sng" w="9525">
                      <a:solidFill>
                        <a:srgbClr val="444444"/>
                      </a:solidFill>
                      <a:prstDash val="solid"/>
                      <a:round/>
                      <a:headEnd len="sm" w="sm" type="none"/>
                      <a:tailEnd len="sm" w="sm" type="none"/>
                    </a:lnB>
                    <a:solidFill>
                      <a:srgbClr val="2A2A2A"/>
                    </a:solidFill>
                  </a:tcPr>
                </a:tc>
              </a:tr>
              <a:tr h="420775">
                <a:tc>
                  <a:txBody>
                    <a:bodyPr/>
                    <a:lstStyle/>
                    <a:p>
                      <a:pPr indent="0" lvl="0" marL="0" marR="0" rtl="0" algn="l">
                        <a:lnSpc>
                          <a:spcPct val="120000"/>
                        </a:lnSpc>
                        <a:spcBef>
                          <a:spcPts val="0"/>
                        </a:spcBef>
                        <a:spcAft>
                          <a:spcPts val="0"/>
                        </a:spcAft>
                        <a:buClr>
                          <a:srgbClr val="000000"/>
                        </a:buClr>
                        <a:buSzPts val="1500"/>
                        <a:buFont typeface="Arial"/>
                        <a:buNone/>
                      </a:pPr>
                      <a:r>
                        <a:rPr b="1" lang="en-US" sz="1500" u="none" cap="none" strike="noStrike">
                          <a:solidFill>
                            <a:srgbClr val="F47920"/>
                          </a:solidFill>
                          <a:latin typeface="Calibri"/>
                          <a:ea typeface="Calibri"/>
                          <a:cs typeface="Calibri"/>
                          <a:sym typeface="Calibri"/>
                        </a:rPr>
                        <a:t>Frecuencia</a:t>
                      </a:r>
                      <a:endParaRPr sz="1100" u="none" cap="none" strike="noStrike"/>
                    </a:p>
                  </a:txBody>
                  <a:tcPr marT="91450" marB="91450" marR="91450" marL="91450">
                    <a:lnL cap="flat" cmpd="sng" w="9525">
                      <a:solidFill>
                        <a:srgbClr val="444444"/>
                      </a:solidFill>
                      <a:prstDash val="solid"/>
                      <a:round/>
                      <a:headEnd len="sm" w="sm" type="none"/>
                      <a:tailEnd len="sm" w="sm" type="none"/>
                    </a:lnL>
                    <a:lnR cap="flat" cmpd="sng" w="9525">
                      <a:solidFill>
                        <a:srgbClr val="444444"/>
                      </a:solidFill>
                      <a:prstDash val="solid"/>
                      <a:round/>
                      <a:headEnd len="sm" w="sm" type="none"/>
                      <a:tailEnd len="sm" w="sm" type="none"/>
                    </a:lnR>
                    <a:lnT cap="flat" cmpd="sng" w="9525">
                      <a:solidFill>
                        <a:srgbClr val="444444"/>
                      </a:solidFill>
                      <a:prstDash val="solid"/>
                      <a:round/>
                      <a:headEnd len="sm" w="sm" type="none"/>
                      <a:tailEnd len="sm" w="sm" type="none"/>
                    </a:lnT>
                    <a:lnB cap="flat" cmpd="sng" w="9525">
                      <a:solidFill>
                        <a:srgbClr val="444444"/>
                      </a:solidFill>
                      <a:prstDash val="solid"/>
                      <a:round/>
                      <a:headEnd len="sm" w="sm" type="none"/>
                      <a:tailEnd len="sm" w="sm" type="none"/>
                    </a:lnB>
                    <a:solidFill>
                      <a:srgbClr val="2E2E2E"/>
                    </a:solidFill>
                  </a:tcPr>
                </a:tc>
                <a:tc>
                  <a:txBody>
                    <a:bodyPr/>
                    <a:lstStyle/>
                    <a:p>
                      <a:pPr indent="0" lvl="0" marL="0" marR="0" rtl="0" algn="l">
                        <a:lnSpc>
                          <a:spcPct val="120000"/>
                        </a:lnSpc>
                        <a:spcBef>
                          <a:spcPts val="0"/>
                        </a:spcBef>
                        <a:spcAft>
                          <a:spcPts val="0"/>
                        </a:spcAft>
                        <a:buClr>
                          <a:srgbClr val="000000"/>
                        </a:buClr>
                        <a:buSzPts val="1500"/>
                        <a:buFont typeface="Arial"/>
                        <a:buNone/>
                      </a:pPr>
                      <a:r>
                        <a:rPr lang="en-US" sz="1500" u="none" cap="none" strike="noStrike">
                          <a:solidFill>
                            <a:srgbClr val="D1D5DB"/>
                          </a:solidFill>
                          <a:latin typeface="Calibri"/>
                          <a:ea typeface="Calibri"/>
                          <a:cs typeface="Calibri"/>
                          <a:sym typeface="Calibri"/>
                        </a:rPr>
                        <a:t>Alta</a:t>
                      </a:r>
                      <a:endParaRPr sz="1100" u="none" cap="none" strike="noStrike"/>
                    </a:p>
                  </a:txBody>
                  <a:tcPr marT="91450" marB="91450" marR="91450" marL="91450">
                    <a:lnL cap="flat" cmpd="sng" w="9525">
                      <a:solidFill>
                        <a:srgbClr val="444444"/>
                      </a:solidFill>
                      <a:prstDash val="solid"/>
                      <a:round/>
                      <a:headEnd len="sm" w="sm" type="none"/>
                      <a:tailEnd len="sm" w="sm" type="none"/>
                    </a:lnL>
                    <a:lnR cap="flat" cmpd="sng" w="9525">
                      <a:solidFill>
                        <a:srgbClr val="444444"/>
                      </a:solidFill>
                      <a:prstDash val="solid"/>
                      <a:round/>
                      <a:headEnd len="sm" w="sm" type="none"/>
                      <a:tailEnd len="sm" w="sm" type="none"/>
                    </a:lnR>
                    <a:lnT cap="flat" cmpd="sng" w="9525">
                      <a:solidFill>
                        <a:srgbClr val="444444"/>
                      </a:solidFill>
                      <a:prstDash val="solid"/>
                      <a:round/>
                      <a:headEnd len="sm" w="sm" type="none"/>
                      <a:tailEnd len="sm" w="sm" type="none"/>
                    </a:lnT>
                    <a:lnB cap="flat" cmpd="sng" w="9525">
                      <a:solidFill>
                        <a:srgbClr val="444444"/>
                      </a:solidFill>
                      <a:prstDash val="solid"/>
                      <a:round/>
                      <a:headEnd len="sm" w="sm" type="none"/>
                      <a:tailEnd len="sm" w="sm" type="none"/>
                    </a:lnB>
                    <a:solidFill>
                      <a:srgbClr val="2A2A2A"/>
                    </a:solidFill>
                  </a:tcPr>
                </a:tc>
              </a:tr>
              <a:tr h="363250">
                <a:tc>
                  <a:txBody>
                    <a:bodyPr/>
                    <a:lstStyle/>
                    <a:p>
                      <a:pPr indent="0" lvl="0" marL="0" marR="0" rtl="0" algn="l">
                        <a:lnSpc>
                          <a:spcPct val="120000"/>
                        </a:lnSpc>
                        <a:spcBef>
                          <a:spcPts val="0"/>
                        </a:spcBef>
                        <a:spcAft>
                          <a:spcPts val="0"/>
                        </a:spcAft>
                        <a:buClr>
                          <a:srgbClr val="000000"/>
                        </a:buClr>
                        <a:buSzPts val="1500"/>
                        <a:buFont typeface="Arial"/>
                        <a:buNone/>
                      </a:pPr>
                      <a:r>
                        <a:rPr b="1" lang="en-US" sz="1500" u="none" cap="none" strike="noStrike">
                          <a:solidFill>
                            <a:srgbClr val="F47920"/>
                          </a:solidFill>
                          <a:latin typeface="Calibri"/>
                          <a:ea typeface="Calibri"/>
                          <a:cs typeface="Calibri"/>
                          <a:sym typeface="Calibri"/>
                        </a:rPr>
                        <a:t>Precondiciones</a:t>
                      </a:r>
                      <a:endParaRPr sz="1100" u="none" cap="none" strike="noStrike"/>
                    </a:p>
                  </a:txBody>
                  <a:tcPr marT="91450" marB="91450" marR="91450" marL="91450">
                    <a:lnL cap="flat" cmpd="sng" w="9525">
                      <a:solidFill>
                        <a:srgbClr val="444444"/>
                      </a:solidFill>
                      <a:prstDash val="solid"/>
                      <a:round/>
                      <a:headEnd len="sm" w="sm" type="none"/>
                      <a:tailEnd len="sm" w="sm" type="none"/>
                    </a:lnL>
                    <a:lnR cap="flat" cmpd="sng" w="9525">
                      <a:solidFill>
                        <a:srgbClr val="444444"/>
                      </a:solidFill>
                      <a:prstDash val="solid"/>
                      <a:round/>
                      <a:headEnd len="sm" w="sm" type="none"/>
                      <a:tailEnd len="sm" w="sm" type="none"/>
                    </a:lnR>
                    <a:lnT cap="flat" cmpd="sng" w="9525">
                      <a:solidFill>
                        <a:srgbClr val="444444"/>
                      </a:solidFill>
                      <a:prstDash val="solid"/>
                      <a:round/>
                      <a:headEnd len="sm" w="sm" type="none"/>
                      <a:tailEnd len="sm" w="sm" type="none"/>
                    </a:lnT>
                    <a:lnB cap="flat" cmpd="sng" w="9525">
                      <a:solidFill>
                        <a:srgbClr val="444444"/>
                      </a:solidFill>
                      <a:prstDash val="solid"/>
                      <a:round/>
                      <a:headEnd len="sm" w="sm" type="none"/>
                      <a:tailEnd len="sm" w="sm" type="none"/>
                    </a:lnB>
                    <a:solidFill>
                      <a:srgbClr val="2E2E2E"/>
                    </a:solidFill>
                  </a:tcPr>
                </a:tc>
                <a:tc>
                  <a:txBody>
                    <a:bodyPr/>
                    <a:lstStyle/>
                    <a:p>
                      <a:pPr indent="0" lvl="0" marL="0" marR="0" rtl="0" algn="l">
                        <a:lnSpc>
                          <a:spcPct val="120000"/>
                        </a:lnSpc>
                        <a:spcBef>
                          <a:spcPts val="0"/>
                        </a:spcBef>
                        <a:spcAft>
                          <a:spcPts val="0"/>
                        </a:spcAft>
                        <a:buClr>
                          <a:srgbClr val="000000"/>
                        </a:buClr>
                        <a:buSzPts val="1500"/>
                        <a:buFont typeface="Arial"/>
                        <a:buNone/>
                      </a:pPr>
                      <a:r>
                        <a:rPr lang="en-US" sz="1500">
                          <a:solidFill>
                            <a:srgbClr val="D1D5DB"/>
                          </a:solidFill>
                          <a:latin typeface="Calibri"/>
                          <a:ea typeface="Calibri"/>
                          <a:cs typeface="Calibri"/>
                          <a:sym typeface="Calibri"/>
                        </a:rPr>
                        <a:t>El usuario se encuentra autenticado con permisos de consulta de inventario.</a:t>
                      </a:r>
                      <a:endParaRPr sz="1100" u="none" cap="none" strike="noStrike"/>
                    </a:p>
                  </a:txBody>
                  <a:tcPr marT="91450" marB="91450" marR="91450" marL="91450">
                    <a:lnL cap="flat" cmpd="sng" w="9525">
                      <a:solidFill>
                        <a:srgbClr val="444444"/>
                      </a:solidFill>
                      <a:prstDash val="solid"/>
                      <a:round/>
                      <a:headEnd len="sm" w="sm" type="none"/>
                      <a:tailEnd len="sm" w="sm" type="none"/>
                    </a:lnL>
                    <a:lnR cap="flat" cmpd="sng" w="9525">
                      <a:solidFill>
                        <a:srgbClr val="444444"/>
                      </a:solidFill>
                      <a:prstDash val="solid"/>
                      <a:round/>
                      <a:headEnd len="sm" w="sm" type="none"/>
                      <a:tailEnd len="sm" w="sm" type="none"/>
                    </a:lnR>
                    <a:lnT cap="flat" cmpd="sng" w="9525">
                      <a:solidFill>
                        <a:srgbClr val="444444"/>
                      </a:solidFill>
                      <a:prstDash val="solid"/>
                      <a:round/>
                      <a:headEnd len="sm" w="sm" type="none"/>
                      <a:tailEnd len="sm" w="sm" type="none"/>
                    </a:lnT>
                    <a:lnB cap="flat" cmpd="sng" w="9525">
                      <a:solidFill>
                        <a:srgbClr val="444444"/>
                      </a:solidFill>
                      <a:prstDash val="solid"/>
                      <a:round/>
                      <a:headEnd len="sm" w="sm" type="none"/>
                      <a:tailEnd len="sm" w="sm" type="none"/>
                    </a:lnB>
                    <a:solidFill>
                      <a:srgbClr val="2A2A2A"/>
                    </a:solidFill>
                  </a:tcPr>
                </a:tc>
              </a:tr>
              <a:tr h="1423450">
                <a:tc>
                  <a:txBody>
                    <a:bodyPr/>
                    <a:lstStyle/>
                    <a:p>
                      <a:pPr indent="0" lvl="0" marL="0" marR="0" rtl="0" algn="l">
                        <a:lnSpc>
                          <a:spcPct val="120000"/>
                        </a:lnSpc>
                        <a:spcBef>
                          <a:spcPts val="0"/>
                        </a:spcBef>
                        <a:spcAft>
                          <a:spcPts val="0"/>
                        </a:spcAft>
                        <a:buClr>
                          <a:srgbClr val="000000"/>
                        </a:buClr>
                        <a:buSzPts val="1500"/>
                        <a:buFont typeface="Arial"/>
                        <a:buNone/>
                      </a:pPr>
                      <a:r>
                        <a:rPr b="1" lang="en-US" sz="1500" u="none" cap="none" strike="noStrike">
                          <a:solidFill>
                            <a:srgbClr val="F47920"/>
                          </a:solidFill>
                          <a:latin typeface="Calibri"/>
                          <a:ea typeface="Calibri"/>
                          <a:cs typeface="Calibri"/>
                          <a:sym typeface="Calibri"/>
                        </a:rPr>
                        <a:t>Descripción</a:t>
                      </a:r>
                      <a:endParaRPr sz="1100" u="none" cap="none" strike="noStrike"/>
                    </a:p>
                  </a:txBody>
                  <a:tcPr marT="91450" marB="91450" marR="91450" marL="91450">
                    <a:lnL cap="flat" cmpd="sng" w="9525">
                      <a:solidFill>
                        <a:srgbClr val="444444"/>
                      </a:solidFill>
                      <a:prstDash val="solid"/>
                      <a:round/>
                      <a:headEnd len="sm" w="sm" type="none"/>
                      <a:tailEnd len="sm" w="sm" type="none"/>
                    </a:lnL>
                    <a:lnR cap="flat" cmpd="sng" w="9525">
                      <a:solidFill>
                        <a:srgbClr val="444444"/>
                      </a:solidFill>
                      <a:prstDash val="solid"/>
                      <a:round/>
                      <a:headEnd len="sm" w="sm" type="none"/>
                      <a:tailEnd len="sm" w="sm" type="none"/>
                    </a:lnR>
                    <a:lnT cap="flat" cmpd="sng" w="9525">
                      <a:solidFill>
                        <a:srgbClr val="444444"/>
                      </a:solidFill>
                      <a:prstDash val="solid"/>
                      <a:round/>
                      <a:headEnd len="sm" w="sm" type="none"/>
                      <a:tailEnd len="sm" w="sm" type="none"/>
                    </a:lnT>
                    <a:lnB cap="flat" cmpd="sng" w="9525">
                      <a:solidFill>
                        <a:srgbClr val="444444"/>
                      </a:solidFill>
                      <a:prstDash val="solid"/>
                      <a:round/>
                      <a:headEnd len="sm" w="sm" type="none"/>
                      <a:tailEnd len="sm" w="sm" type="none"/>
                    </a:lnB>
                    <a:solidFill>
                      <a:srgbClr val="2E2E2E"/>
                    </a:solidFill>
                  </a:tcPr>
                </a:tc>
                <a:tc>
                  <a:txBody>
                    <a:bodyPr/>
                    <a:lstStyle/>
                    <a:p>
                      <a:pPr indent="0" lvl="0" marL="0" marR="0" rtl="0" algn="l">
                        <a:lnSpc>
                          <a:spcPct val="120000"/>
                        </a:lnSpc>
                        <a:spcBef>
                          <a:spcPts val="0"/>
                        </a:spcBef>
                        <a:spcAft>
                          <a:spcPts val="0"/>
                        </a:spcAft>
                        <a:buClr>
                          <a:srgbClr val="000000"/>
                        </a:buClr>
                        <a:buSzPts val="1500"/>
                        <a:buFont typeface="Arial"/>
                        <a:buNone/>
                      </a:pPr>
                      <a:r>
                        <a:rPr lang="en-US" sz="1500">
                          <a:solidFill>
                            <a:srgbClr val="D1D5DB"/>
                          </a:solidFill>
                          <a:latin typeface="Calibri"/>
                          <a:ea typeface="Calibri"/>
                          <a:cs typeface="Calibri"/>
                          <a:sym typeface="Calibri"/>
                        </a:rPr>
                        <a:t>El usuario accede al módulo de historial de movimientos. El sistema presenta la lista de movimientos registrados con columnas de fecha, tipo, SKU, cantidad, bodega origen, bodega destino, responsable y documento asociado. El usuario aplica filtros por tipo de movimiento, rango de fechas, bodega o producto. El sistema valida que el rango de fechas ingresado sea coherente [Excepción 3]. El sistema recupera los registros que coinciden con los criterios, incluyendo los datos del responsable y los documentos de respaldo [Excepción 1] [Excepción 2]. El sistema muestra el flujo completo de cada movimiento. El usuario audita los registros.</a:t>
                      </a:r>
                      <a:endParaRPr sz="1500" u="none" cap="none" strike="noStrike">
                        <a:solidFill>
                          <a:srgbClr val="D1D5DB"/>
                        </a:solidFill>
                        <a:latin typeface="Calibri"/>
                        <a:ea typeface="Calibri"/>
                        <a:cs typeface="Calibri"/>
                        <a:sym typeface="Calibri"/>
                      </a:endParaRPr>
                    </a:p>
                  </a:txBody>
                  <a:tcPr marT="91450" marB="91450" marR="91450" marL="91450">
                    <a:lnL cap="flat" cmpd="sng" w="9525">
                      <a:solidFill>
                        <a:srgbClr val="444444"/>
                      </a:solidFill>
                      <a:prstDash val="solid"/>
                      <a:round/>
                      <a:headEnd len="sm" w="sm" type="none"/>
                      <a:tailEnd len="sm" w="sm" type="none"/>
                    </a:lnL>
                    <a:lnR cap="flat" cmpd="sng" w="9525">
                      <a:solidFill>
                        <a:srgbClr val="444444"/>
                      </a:solidFill>
                      <a:prstDash val="solid"/>
                      <a:round/>
                      <a:headEnd len="sm" w="sm" type="none"/>
                      <a:tailEnd len="sm" w="sm" type="none"/>
                    </a:lnR>
                    <a:lnT cap="flat" cmpd="sng" w="9525">
                      <a:solidFill>
                        <a:srgbClr val="444444"/>
                      </a:solidFill>
                      <a:prstDash val="solid"/>
                      <a:round/>
                      <a:headEnd len="sm" w="sm" type="none"/>
                      <a:tailEnd len="sm" w="sm" type="none"/>
                    </a:lnT>
                    <a:lnB cap="flat" cmpd="sng" w="9525">
                      <a:solidFill>
                        <a:srgbClr val="444444"/>
                      </a:solidFill>
                      <a:prstDash val="solid"/>
                      <a:round/>
                      <a:headEnd len="sm" w="sm" type="none"/>
                      <a:tailEnd len="sm" w="sm" type="none"/>
                    </a:lnB>
                    <a:solidFill>
                      <a:srgbClr val="2A2A2A"/>
                    </a:solidFill>
                  </a:tcPr>
                </a:tc>
              </a:tr>
              <a:tr h="1778975">
                <a:tc>
                  <a:txBody>
                    <a:bodyPr/>
                    <a:lstStyle/>
                    <a:p>
                      <a:pPr indent="0" lvl="0" marL="0" marR="0" rtl="0" algn="l">
                        <a:lnSpc>
                          <a:spcPct val="120000"/>
                        </a:lnSpc>
                        <a:spcBef>
                          <a:spcPts val="0"/>
                        </a:spcBef>
                        <a:spcAft>
                          <a:spcPts val="0"/>
                        </a:spcAft>
                        <a:buClr>
                          <a:srgbClr val="000000"/>
                        </a:buClr>
                        <a:buSzPts val="1500"/>
                        <a:buFont typeface="Arial"/>
                        <a:buNone/>
                      </a:pPr>
                      <a:r>
                        <a:rPr b="1" lang="en-US" sz="1500" u="none" cap="none" strike="noStrike">
                          <a:solidFill>
                            <a:srgbClr val="F47920"/>
                          </a:solidFill>
                          <a:latin typeface="Calibri"/>
                          <a:ea typeface="Calibri"/>
                          <a:cs typeface="Calibri"/>
                          <a:sym typeface="Calibri"/>
                        </a:rPr>
                        <a:t>Excepciones</a:t>
                      </a:r>
                      <a:endParaRPr sz="1100" u="none" cap="none" strike="noStrike"/>
                    </a:p>
                  </a:txBody>
                  <a:tcPr marT="91450" marB="91450" marR="91450" marL="91450">
                    <a:lnL cap="flat" cmpd="sng" w="9525">
                      <a:solidFill>
                        <a:srgbClr val="444444"/>
                      </a:solidFill>
                      <a:prstDash val="solid"/>
                      <a:round/>
                      <a:headEnd len="sm" w="sm" type="none"/>
                      <a:tailEnd len="sm" w="sm" type="none"/>
                    </a:lnL>
                    <a:lnR cap="flat" cmpd="sng" w="9525">
                      <a:solidFill>
                        <a:srgbClr val="444444"/>
                      </a:solidFill>
                      <a:prstDash val="solid"/>
                      <a:round/>
                      <a:headEnd len="sm" w="sm" type="none"/>
                      <a:tailEnd len="sm" w="sm" type="none"/>
                    </a:lnR>
                    <a:lnT cap="flat" cmpd="sng" w="9525">
                      <a:solidFill>
                        <a:srgbClr val="444444"/>
                      </a:solidFill>
                      <a:prstDash val="solid"/>
                      <a:round/>
                      <a:headEnd len="sm" w="sm" type="none"/>
                      <a:tailEnd len="sm" w="sm" type="none"/>
                    </a:lnT>
                    <a:lnB cap="flat" cmpd="sng" w="9525">
                      <a:solidFill>
                        <a:srgbClr val="444444"/>
                      </a:solidFill>
                      <a:prstDash val="solid"/>
                      <a:round/>
                      <a:headEnd len="sm" w="sm" type="none"/>
                      <a:tailEnd len="sm" w="sm" type="none"/>
                    </a:lnB>
                    <a:solidFill>
                      <a:srgbClr val="2E2E2E"/>
                    </a:solidFill>
                  </a:tcPr>
                </a:tc>
                <a:tc>
                  <a:txBody>
                    <a:bodyPr/>
                    <a:lstStyle/>
                    <a:p>
                      <a:pPr indent="0" lvl="0" marL="0" marR="0" rtl="0" algn="l">
                        <a:lnSpc>
                          <a:spcPct val="120000"/>
                        </a:lnSpc>
                        <a:spcBef>
                          <a:spcPts val="0"/>
                        </a:spcBef>
                        <a:spcAft>
                          <a:spcPts val="0"/>
                        </a:spcAft>
                        <a:buClr>
                          <a:schemeClr val="dk1"/>
                        </a:buClr>
                        <a:buSzPts val="1500"/>
                        <a:buFont typeface="Arial"/>
                        <a:buNone/>
                      </a:pPr>
                      <a:r>
                        <a:rPr b="1" lang="en-US" sz="1500">
                          <a:solidFill>
                            <a:srgbClr val="D1D5DB"/>
                          </a:solidFill>
                          <a:latin typeface="Calibri"/>
                          <a:ea typeface="Calibri"/>
                          <a:cs typeface="Calibri"/>
                          <a:sym typeface="Calibri"/>
                        </a:rPr>
                        <a:t>Excepción 1</a:t>
                      </a:r>
                      <a:r>
                        <a:rPr lang="en-US" sz="1500">
                          <a:solidFill>
                            <a:srgbClr val="D1D5DB"/>
                          </a:solidFill>
                          <a:latin typeface="Calibri"/>
                          <a:ea typeface="Calibri"/>
                          <a:cs typeface="Calibri"/>
                          <a:sym typeface="Calibri"/>
                        </a:rPr>
                        <a:t>: La consulta no retorna registros para los filtros aplicados. El sistema informa que no hay datos que coincidan con los criterios.</a:t>
                      </a:r>
                      <a:endParaRPr sz="1500">
                        <a:solidFill>
                          <a:srgbClr val="D1D5DB"/>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500"/>
                        <a:buFont typeface="Arial"/>
                        <a:buNone/>
                      </a:pPr>
                      <a:r>
                        <a:rPr b="1" lang="en-US" sz="1500">
                          <a:solidFill>
                            <a:srgbClr val="D1D5DB"/>
                          </a:solidFill>
                          <a:latin typeface="Calibri"/>
                          <a:ea typeface="Calibri"/>
                          <a:cs typeface="Calibri"/>
                          <a:sym typeface="Calibri"/>
                        </a:rPr>
                        <a:t>Excepción 2</a:t>
                      </a:r>
                      <a:r>
                        <a:rPr lang="en-US" sz="1500">
                          <a:solidFill>
                            <a:srgbClr val="D1D5DB"/>
                          </a:solidFill>
                          <a:latin typeface="Calibri"/>
                          <a:ea typeface="Calibri"/>
                          <a:cs typeface="Calibri"/>
                          <a:sym typeface="Calibri"/>
                        </a:rPr>
                        <a:t>:</a:t>
                      </a:r>
                      <a:r>
                        <a:rPr b="1" lang="en-US" sz="1500">
                          <a:solidFill>
                            <a:srgbClr val="D1D5DB"/>
                          </a:solidFill>
                          <a:latin typeface="Calibri"/>
                          <a:ea typeface="Calibri"/>
                          <a:cs typeface="Calibri"/>
                          <a:sym typeface="Calibri"/>
                        </a:rPr>
                        <a:t> </a:t>
                      </a:r>
                      <a:r>
                        <a:rPr lang="en-US" sz="1500">
                          <a:solidFill>
                            <a:srgbClr val="D1D5DB"/>
                          </a:solidFill>
                          <a:latin typeface="Calibri"/>
                          <a:ea typeface="Calibri"/>
                          <a:cs typeface="Calibri"/>
                          <a:sym typeface="Calibri"/>
                        </a:rPr>
                        <a:t>La consulta retorna más de 500 registros. El sistema muestra los resultados paginados y sugiere acotar los filtros para un análisis más específico.</a:t>
                      </a:r>
                      <a:endParaRPr sz="1500">
                        <a:solidFill>
                          <a:srgbClr val="D1D5DB"/>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500"/>
                        <a:buFont typeface="Arial"/>
                        <a:buNone/>
                      </a:pPr>
                      <a:r>
                        <a:rPr b="1" lang="en-US" sz="1500">
                          <a:solidFill>
                            <a:srgbClr val="D1D5DB"/>
                          </a:solidFill>
                          <a:latin typeface="Calibri"/>
                          <a:ea typeface="Calibri"/>
                          <a:cs typeface="Calibri"/>
                          <a:sym typeface="Calibri"/>
                        </a:rPr>
                        <a:t>Excepción 3</a:t>
                      </a:r>
                      <a:r>
                        <a:rPr lang="en-US" sz="1500">
                          <a:solidFill>
                            <a:srgbClr val="D1D5DB"/>
                          </a:solidFill>
                          <a:latin typeface="Calibri"/>
                          <a:ea typeface="Calibri"/>
                          <a:cs typeface="Calibri"/>
                          <a:sym typeface="Calibri"/>
                        </a:rPr>
                        <a:t>: El rango de fechas ingresado es inválido porque la fecha de inicio es posterior a la fecha de fin. El sistema solicita corregir el rango antes de consultar.</a:t>
                      </a:r>
                      <a:endParaRPr sz="1500">
                        <a:solidFill>
                          <a:srgbClr val="D1D5DB"/>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500"/>
                        <a:buFont typeface="Arial"/>
                        <a:buNone/>
                      </a:pPr>
                      <a:r>
                        <a:t/>
                      </a:r>
                      <a:endParaRPr b="1" sz="1500">
                        <a:solidFill>
                          <a:srgbClr val="D1D5DB"/>
                        </a:solidFill>
                        <a:latin typeface="Calibri"/>
                        <a:ea typeface="Calibri"/>
                        <a:cs typeface="Calibri"/>
                        <a:sym typeface="Calibri"/>
                      </a:endParaRPr>
                    </a:p>
                  </a:txBody>
                  <a:tcPr marT="91450" marB="91450" marR="91450" marL="91450">
                    <a:lnL cap="flat" cmpd="sng" w="9525">
                      <a:solidFill>
                        <a:srgbClr val="444444"/>
                      </a:solidFill>
                      <a:prstDash val="solid"/>
                      <a:round/>
                      <a:headEnd len="sm" w="sm" type="none"/>
                      <a:tailEnd len="sm" w="sm" type="none"/>
                    </a:lnL>
                    <a:lnR cap="flat" cmpd="sng" w="9525">
                      <a:solidFill>
                        <a:srgbClr val="444444"/>
                      </a:solidFill>
                      <a:prstDash val="solid"/>
                      <a:round/>
                      <a:headEnd len="sm" w="sm" type="none"/>
                      <a:tailEnd len="sm" w="sm" type="none"/>
                    </a:lnR>
                    <a:lnT cap="flat" cmpd="sng" w="9525">
                      <a:solidFill>
                        <a:srgbClr val="444444"/>
                      </a:solidFill>
                      <a:prstDash val="solid"/>
                      <a:round/>
                      <a:headEnd len="sm" w="sm" type="none"/>
                      <a:tailEnd len="sm" w="sm" type="none"/>
                    </a:lnT>
                    <a:lnB cap="flat" cmpd="sng" w="9525">
                      <a:solidFill>
                        <a:srgbClr val="444444"/>
                      </a:solidFill>
                      <a:prstDash val="solid"/>
                      <a:round/>
                      <a:headEnd len="sm" w="sm" type="none"/>
                      <a:tailEnd len="sm" w="sm" type="none"/>
                    </a:lnB>
                    <a:solidFill>
                      <a:srgbClr val="2A2A2A"/>
                    </a:solidFill>
                  </a:tcPr>
                </a:tc>
              </a:tr>
              <a:tr h="590550">
                <a:tc>
                  <a:txBody>
                    <a:bodyPr/>
                    <a:lstStyle/>
                    <a:p>
                      <a:pPr indent="0" lvl="0" marL="0" marR="0" rtl="0" algn="l">
                        <a:lnSpc>
                          <a:spcPct val="120000"/>
                        </a:lnSpc>
                        <a:spcBef>
                          <a:spcPts val="0"/>
                        </a:spcBef>
                        <a:spcAft>
                          <a:spcPts val="0"/>
                        </a:spcAft>
                        <a:buClr>
                          <a:srgbClr val="000000"/>
                        </a:buClr>
                        <a:buSzPts val="1500"/>
                        <a:buFont typeface="Arial"/>
                        <a:buNone/>
                      </a:pPr>
                      <a:r>
                        <a:rPr b="1" lang="en-US" sz="1500" u="none" cap="none" strike="noStrike">
                          <a:solidFill>
                            <a:srgbClr val="F47920"/>
                          </a:solidFill>
                          <a:latin typeface="Calibri"/>
                          <a:ea typeface="Calibri"/>
                          <a:cs typeface="Calibri"/>
                          <a:sym typeface="Calibri"/>
                        </a:rPr>
                        <a:t>Postcondiciones</a:t>
                      </a:r>
                      <a:endParaRPr sz="1100" u="none" cap="none" strike="noStrike"/>
                    </a:p>
                  </a:txBody>
                  <a:tcPr marT="91450" marB="91450" marR="91450" marL="91450">
                    <a:lnL cap="flat" cmpd="sng" w="9525">
                      <a:solidFill>
                        <a:srgbClr val="444444"/>
                      </a:solidFill>
                      <a:prstDash val="solid"/>
                      <a:round/>
                      <a:headEnd len="sm" w="sm" type="none"/>
                      <a:tailEnd len="sm" w="sm" type="none"/>
                    </a:lnL>
                    <a:lnR cap="flat" cmpd="sng" w="9525">
                      <a:solidFill>
                        <a:srgbClr val="444444"/>
                      </a:solidFill>
                      <a:prstDash val="solid"/>
                      <a:round/>
                      <a:headEnd len="sm" w="sm" type="none"/>
                      <a:tailEnd len="sm" w="sm" type="none"/>
                    </a:lnR>
                    <a:lnT cap="flat" cmpd="sng" w="9525">
                      <a:solidFill>
                        <a:srgbClr val="444444"/>
                      </a:solidFill>
                      <a:prstDash val="solid"/>
                      <a:round/>
                      <a:headEnd len="sm" w="sm" type="none"/>
                      <a:tailEnd len="sm" w="sm" type="none"/>
                    </a:lnT>
                    <a:lnB cap="flat" cmpd="sng" w="9525">
                      <a:solidFill>
                        <a:srgbClr val="444444"/>
                      </a:solidFill>
                      <a:prstDash val="solid"/>
                      <a:round/>
                      <a:headEnd len="sm" w="sm" type="none"/>
                      <a:tailEnd len="sm" w="sm" type="none"/>
                    </a:lnB>
                    <a:solidFill>
                      <a:srgbClr val="2E2E2E"/>
                    </a:solidFill>
                  </a:tcPr>
                </a:tc>
                <a:tc>
                  <a:txBody>
                    <a:bodyPr/>
                    <a:lstStyle/>
                    <a:p>
                      <a:pPr indent="0" lvl="0" marL="0" marR="0" rtl="0" algn="l">
                        <a:lnSpc>
                          <a:spcPct val="120000"/>
                        </a:lnSpc>
                        <a:spcBef>
                          <a:spcPts val="0"/>
                        </a:spcBef>
                        <a:spcAft>
                          <a:spcPts val="0"/>
                        </a:spcAft>
                        <a:buClr>
                          <a:srgbClr val="000000"/>
                        </a:buClr>
                        <a:buSzPts val="1500"/>
                        <a:buFont typeface="Arial"/>
                        <a:buNone/>
                      </a:pPr>
                      <a:r>
                        <a:rPr lang="en-US" sz="1500">
                          <a:solidFill>
                            <a:srgbClr val="D1D5DB"/>
                          </a:solidFill>
                          <a:latin typeface="Calibri"/>
                          <a:ea typeface="Calibri"/>
                          <a:cs typeface="Calibri"/>
                          <a:sym typeface="Calibri"/>
                        </a:rPr>
                        <a:t>El historial filtrado queda desplegado con la trazabilidad de cada movimiento para control interno.</a:t>
                      </a:r>
                      <a:endParaRPr sz="1100" u="none" cap="none" strike="noStrike"/>
                    </a:p>
                  </a:txBody>
                  <a:tcPr marT="91450" marB="91450" marR="91450" marL="91450">
                    <a:lnL cap="flat" cmpd="sng" w="9525">
                      <a:solidFill>
                        <a:srgbClr val="444444"/>
                      </a:solidFill>
                      <a:prstDash val="solid"/>
                      <a:round/>
                      <a:headEnd len="sm" w="sm" type="none"/>
                      <a:tailEnd len="sm" w="sm" type="none"/>
                    </a:lnL>
                    <a:lnR cap="flat" cmpd="sng" w="9525">
                      <a:solidFill>
                        <a:srgbClr val="444444"/>
                      </a:solidFill>
                      <a:prstDash val="solid"/>
                      <a:round/>
                      <a:headEnd len="sm" w="sm" type="none"/>
                      <a:tailEnd len="sm" w="sm" type="none"/>
                    </a:lnR>
                    <a:lnT cap="flat" cmpd="sng" w="9525">
                      <a:solidFill>
                        <a:srgbClr val="444444"/>
                      </a:solidFill>
                      <a:prstDash val="solid"/>
                      <a:round/>
                      <a:headEnd len="sm" w="sm" type="none"/>
                      <a:tailEnd len="sm" w="sm" type="none"/>
                    </a:lnT>
                    <a:lnB cap="flat" cmpd="sng" w="9525">
                      <a:solidFill>
                        <a:srgbClr val="444444"/>
                      </a:solidFill>
                      <a:prstDash val="solid"/>
                      <a:round/>
                      <a:headEnd len="sm" w="sm" type="none"/>
                      <a:tailEnd len="sm" w="sm" type="none"/>
                    </a:lnB>
                    <a:solidFill>
                      <a:srgbClr val="2A2A2A"/>
                    </a:solidFill>
                  </a:tcPr>
                </a:tc>
              </a:tr>
              <a:tr h="421050">
                <a:tc>
                  <a:txBody>
                    <a:bodyPr/>
                    <a:lstStyle/>
                    <a:p>
                      <a:pPr indent="0" lvl="0" marL="0" marR="0" rtl="0" algn="l">
                        <a:lnSpc>
                          <a:spcPct val="120000"/>
                        </a:lnSpc>
                        <a:spcBef>
                          <a:spcPts val="0"/>
                        </a:spcBef>
                        <a:spcAft>
                          <a:spcPts val="0"/>
                        </a:spcAft>
                        <a:buClr>
                          <a:srgbClr val="000000"/>
                        </a:buClr>
                        <a:buSzPts val="1500"/>
                        <a:buFont typeface="Arial"/>
                        <a:buNone/>
                      </a:pPr>
                      <a:r>
                        <a:rPr b="1" lang="en-US" sz="1500" u="none" cap="none" strike="noStrike">
                          <a:solidFill>
                            <a:srgbClr val="F47920"/>
                          </a:solidFill>
                          <a:latin typeface="Calibri"/>
                          <a:ea typeface="Calibri"/>
                          <a:cs typeface="Calibri"/>
                          <a:sym typeface="Calibri"/>
                        </a:rPr>
                        <a:t>Dependencias</a:t>
                      </a:r>
                      <a:endParaRPr sz="1100" u="none" cap="none" strike="noStrike"/>
                    </a:p>
                  </a:txBody>
                  <a:tcPr marT="91450" marB="91450" marR="91450" marL="91450">
                    <a:lnL cap="flat" cmpd="sng" w="9525">
                      <a:solidFill>
                        <a:srgbClr val="444444"/>
                      </a:solidFill>
                      <a:prstDash val="solid"/>
                      <a:round/>
                      <a:headEnd len="sm" w="sm" type="none"/>
                      <a:tailEnd len="sm" w="sm" type="none"/>
                    </a:lnL>
                    <a:lnR cap="flat" cmpd="sng" w="9525">
                      <a:solidFill>
                        <a:srgbClr val="444444"/>
                      </a:solidFill>
                      <a:prstDash val="solid"/>
                      <a:round/>
                      <a:headEnd len="sm" w="sm" type="none"/>
                      <a:tailEnd len="sm" w="sm" type="none"/>
                    </a:lnR>
                    <a:lnT cap="flat" cmpd="sng" w="9525">
                      <a:solidFill>
                        <a:srgbClr val="444444"/>
                      </a:solidFill>
                      <a:prstDash val="solid"/>
                      <a:round/>
                      <a:headEnd len="sm" w="sm" type="none"/>
                      <a:tailEnd len="sm" w="sm" type="none"/>
                    </a:lnT>
                    <a:lnB cap="flat" cmpd="sng" w="9525">
                      <a:solidFill>
                        <a:srgbClr val="444444"/>
                      </a:solidFill>
                      <a:prstDash val="solid"/>
                      <a:round/>
                      <a:headEnd len="sm" w="sm" type="none"/>
                      <a:tailEnd len="sm" w="sm" type="none"/>
                    </a:lnB>
                    <a:solidFill>
                      <a:srgbClr val="2E2E2E"/>
                    </a:solidFill>
                  </a:tcPr>
                </a:tc>
                <a:tc>
                  <a:txBody>
                    <a:bodyPr/>
                    <a:lstStyle/>
                    <a:p>
                      <a:pPr indent="0" lvl="0" marL="0" marR="0" rtl="0" algn="l">
                        <a:lnSpc>
                          <a:spcPct val="120000"/>
                        </a:lnSpc>
                        <a:spcBef>
                          <a:spcPts val="0"/>
                        </a:spcBef>
                        <a:spcAft>
                          <a:spcPts val="0"/>
                        </a:spcAft>
                        <a:buClr>
                          <a:srgbClr val="000000"/>
                        </a:buClr>
                        <a:buSzPts val="1300"/>
                        <a:buFont typeface="Arial"/>
                        <a:buNone/>
                      </a:pPr>
                      <a:r>
                        <a:rPr lang="en-US" sz="1300">
                          <a:solidFill>
                            <a:srgbClr val="D1D5DB"/>
                          </a:solidFill>
                          <a:latin typeface="Calibri"/>
                          <a:ea typeface="Calibri"/>
                          <a:cs typeface="Calibri"/>
                          <a:sym typeface="Calibri"/>
                        </a:rPr>
                        <a:t>UR 3.3</a:t>
                      </a:r>
                      <a:endParaRPr sz="1100" u="none" cap="none" strike="noStrike"/>
                    </a:p>
                  </a:txBody>
                  <a:tcPr marT="91450" marB="91450" marR="91450" marL="91450">
                    <a:lnL cap="flat" cmpd="sng" w="9525">
                      <a:solidFill>
                        <a:srgbClr val="444444"/>
                      </a:solidFill>
                      <a:prstDash val="solid"/>
                      <a:round/>
                      <a:headEnd len="sm" w="sm" type="none"/>
                      <a:tailEnd len="sm" w="sm" type="none"/>
                    </a:lnL>
                    <a:lnR cap="flat" cmpd="sng" w="9525">
                      <a:solidFill>
                        <a:srgbClr val="444444"/>
                      </a:solidFill>
                      <a:prstDash val="solid"/>
                      <a:round/>
                      <a:headEnd len="sm" w="sm" type="none"/>
                      <a:tailEnd len="sm" w="sm" type="none"/>
                    </a:lnR>
                    <a:lnT cap="flat" cmpd="sng" w="9525">
                      <a:solidFill>
                        <a:srgbClr val="444444"/>
                      </a:solidFill>
                      <a:prstDash val="solid"/>
                      <a:round/>
                      <a:headEnd len="sm" w="sm" type="none"/>
                      <a:tailEnd len="sm" w="sm" type="none"/>
                    </a:lnT>
                    <a:lnB cap="flat" cmpd="sng" w="9525">
                      <a:solidFill>
                        <a:srgbClr val="444444"/>
                      </a:solidFill>
                      <a:prstDash val="solid"/>
                      <a:round/>
                      <a:headEnd len="sm" w="sm" type="none"/>
                      <a:tailEnd len="sm" w="sm" type="none"/>
                    </a:lnB>
                    <a:solidFill>
                      <a:srgbClr val="2A2A2A"/>
                    </a:solidFill>
                  </a:tcPr>
                </a:tc>
              </a:tr>
            </a:tbl>
          </a:graphicData>
        </a:graphic>
      </p:graphicFrame>
      <p:graphicFrame>
        <p:nvGraphicFramePr>
          <p:cNvPr id="250" name="Google Shape;250;p5"/>
          <p:cNvGraphicFramePr/>
          <p:nvPr/>
        </p:nvGraphicFramePr>
        <p:xfrm>
          <a:off x="449467" y="1259948"/>
          <a:ext cx="3000000" cy="3000000"/>
        </p:xfrm>
        <a:graphic>
          <a:graphicData uri="http://schemas.openxmlformats.org/drawingml/2006/table">
            <a:tbl>
              <a:tblPr>
                <a:noFill/>
                <a:tableStyleId>{E4467418-6F49-4301-BA5E-2CCCE1B5B76F}</a:tableStyleId>
              </a:tblPr>
              <a:tblGrid>
                <a:gridCol w="1827850"/>
                <a:gridCol w="7022825"/>
              </a:tblGrid>
              <a:tr h="500750">
                <a:tc>
                  <a:txBody>
                    <a:bodyPr/>
                    <a:lstStyle/>
                    <a:p>
                      <a:pPr indent="0" lvl="0" marL="0" marR="0" rtl="0" algn="l">
                        <a:lnSpc>
                          <a:spcPct val="120000"/>
                        </a:lnSpc>
                        <a:spcBef>
                          <a:spcPts val="0"/>
                        </a:spcBef>
                        <a:spcAft>
                          <a:spcPts val="0"/>
                        </a:spcAft>
                        <a:buClr>
                          <a:srgbClr val="000000"/>
                        </a:buClr>
                        <a:buSzPts val="1500"/>
                        <a:buFont typeface="Arial"/>
                        <a:buNone/>
                      </a:pPr>
                      <a:r>
                        <a:rPr b="1" lang="en-US" sz="1500" u="none" cap="none" strike="noStrike">
                          <a:solidFill>
                            <a:srgbClr val="FFFFFF"/>
                          </a:solidFill>
                          <a:latin typeface="Calibri"/>
                          <a:ea typeface="Calibri"/>
                          <a:cs typeface="Calibri"/>
                          <a:sym typeface="Calibri"/>
                        </a:rPr>
                        <a:t>Campo</a:t>
                      </a:r>
                      <a:endParaRPr sz="1100" u="none" cap="none" strike="noStrike"/>
                    </a:p>
                  </a:txBody>
                  <a:tcPr marT="91450" marB="91450" marR="91450" marL="91450">
                    <a:lnL cap="flat" cmpd="sng" w="9525">
                      <a:solidFill>
                        <a:srgbClr val="444444"/>
                      </a:solidFill>
                      <a:prstDash val="solid"/>
                      <a:round/>
                      <a:headEnd len="sm" w="sm" type="none"/>
                      <a:tailEnd len="sm" w="sm" type="none"/>
                    </a:lnL>
                    <a:lnR cap="flat" cmpd="sng" w="9525">
                      <a:solidFill>
                        <a:srgbClr val="444444"/>
                      </a:solidFill>
                      <a:prstDash val="solid"/>
                      <a:round/>
                      <a:headEnd len="sm" w="sm" type="none"/>
                      <a:tailEnd len="sm" w="sm" type="none"/>
                    </a:lnR>
                    <a:lnT cap="flat" cmpd="sng" w="9525">
                      <a:solidFill>
                        <a:srgbClr val="444444"/>
                      </a:solidFill>
                      <a:prstDash val="solid"/>
                      <a:round/>
                      <a:headEnd len="sm" w="sm" type="none"/>
                      <a:tailEnd len="sm" w="sm" type="none"/>
                    </a:lnT>
                    <a:lnB cap="flat" cmpd="sng" w="9525">
                      <a:solidFill>
                        <a:srgbClr val="444444"/>
                      </a:solidFill>
                      <a:prstDash val="solid"/>
                      <a:round/>
                      <a:headEnd len="sm" w="sm" type="none"/>
                      <a:tailEnd len="sm" w="sm" type="none"/>
                    </a:lnB>
                    <a:solidFill>
                      <a:srgbClr val="F47920"/>
                    </a:solidFill>
                  </a:tcPr>
                </a:tc>
                <a:tc>
                  <a:txBody>
                    <a:bodyPr/>
                    <a:lstStyle/>
                    <a:p>
                      <a:pPr indent="0" lvl="0" marL="0" marR="0" rtl="0" algn="l">
                        <a:lnSpc>
                          <a:spcPct val="120000"/>
                        </a:lnSpc>
                        <a:spcBef>
                          <a:spcPts val="0"/>
                        </a:spcBef>
                        <a:spcAft>
                          <a:spcPts val="0"/>
                        </a:spcAft>
                        <a:buClr>
                          <a:srgbClr val="000000"/>
                        </a:buClr>
                        <a:buSzPts val="1500"/>
                        <a:buFont typeface="Arial"/>
                        <a:buNone/>
                      </a:pPr>
                      <a:r>
                        <a:rPr b="1" lang="en-US" sz="1500" u="none" cap="none" strike="noStrike">
                          <a:solidFill>
                            <a:srgbClr val="FFFFFF"/>
                          </a:solidFill>
                          <a:latin typeface="Calibri"/>
                          <a:ea typeface="Calibri"/>
                          <a:cs typeface="Calibri"/>
                          <a:sym typeface="Calibri"/>
                        </a:rPr>
                        <a:t>Descripción</a:t>
                      </a:r>
                      <a:endParaRPr sz="1100" u="none" cap="none" strike="noStrike"/>
                    </a:p>
                  </a:txBody>
                  <a:tcPr marT="91450" marB="91450" marR="91450" marL="91450">
                    <a:lnL cap="flat" cmpd="sng" w="9525">
                      <a:solidFill>
                        <a:srgbClr val="444444"/>
                      </a:solidFill>
                      <a:prstDash val="solid"/>
                      <a:round/>
                      <a:headEnd len="sm" w="sm" type="none"/>
                      <a:tailEnd len="sm" w="sm" type="none"/>
                    </a:lnL>
                    <a:lnR cap="flat" cmpd="sng" w="9525">
                      <a:solidFill>
                        <a:srgbClr val="444444"/>
                      </a:solidFill>
                      <a:prstDash val="solid"/>
                      <a:round/>
                      <a:headEnd len="sm" w="sm" type="none"/>
                      <a:tailEnd len="sm" w="sm" type="none"/>
                    </a:lnR>
                    <a:lnT cap="flat" cmpd="sng" w="9525">
                      <a:solidFill>
                        <a:srgbClr val="444444"/>
                      </a:solidFill>
                      <a:prstDash val="solid"/>
                      <a:round/>
                      <a:headEnd len="sm" w="sm" type="none"/>
                      <a:tailEnd len="sm" w="sm" type="none"/>
                    </a:lnT>
                    <a:lnB cap="flat" cmpd="sng" w="9525">
                      <a:solidFill>
                        <a:srgbClr val="444444"/>
                      </a:solidFill>
                      <a:prstDash val="solid"/>
                      <a:round/>
                      <a:headEnd len="sm" w="sm" type="none"/>
                      <a:tailEnd len="sm" w="sm" type="none"/>
                    </a:lnB>
                    <a:solidFill>
                      <a:srgbClr val="F47920"/>
                    </a:solidFill>
                  </a:tcPr>
                </a:tc>
              </a:tr>
              <a:tr h="419175">
                <a:tc>
                  <a:txBody>
                    <a:bodyPr/>
                    <a:lstStyle/>
                    <a:p>
                      <a:pPr indent="0" lvl="0" marL="0" marR="0" rtl="0" algn="l">
                        <a:lnSpc>
                          <a:spcPct val="120000"/>
                        </a:lnSpc>
                        <a:spcBef>
                          <a:spcPts val="0"/>
                        </a:spcBef>
                        <a:spcAft>
                          <a:spcPts val="0"/>
                        </a:spcAft>
                        <a:buClr>
                          <a:srgbClr val="000000"/>
                        </a:buClr>
                        <a:buSzPts val="1500"/>
                        <a:buFont typeface="Arial"/>
                        <a:buNone/>
                      </a:pPr>
                      <a:r>
                        <a:rPr b="1" lang="en-US" sz="1500" u="none" cap="none" strike="noStrike">
                          <a:solidFill>
                            <a:srgbClr val="F47920"/>
                          </a:solidFill>
                          <a:latin typeface="Calibri"/>
                          <a:ea typeface="Calibri"/>
                          <a:cs typeface="Calibri"/>
                          <a:sym typeface="Calibri"/>
                        </a:rPr>
                        <a:t>Nombre</a:t>
                      </a:r>
                      <a:endParaRPr sz="1100" u="none" cap="none" strike="noStrike"/>
                    </a:p>
                  </a:txBody>
                  <a:tcPr marT="91450" marB="91450" marR="91450" marL="91450">
                    <a:lnL cap="flat" cmpd="sng" w="9525">
                      <a:solidFill>
                        <a:srgbClr val="444444"/>
                      </a:solidFill>
                      <a:prstDash val="solid"/>
                      <a:round/>
                      <a:headEnd len="sm" w="sm" type="none"/>
                      <a:tailEnd len="sm" w="sm" type="none"/>
                    </a:lnL>
                    <a:lnR cap="flat" cmpd="sng" w="9525">
                      <a:solidFill>
                        <a:srgbClr val="444444"/>
                      </a:solidFill>
                      <a:prstDash val="solid"/>
                      <a:round/>
                      <a:headEnd len="sm" w="sm" type="none"/>
                      <a:tailEnd len="sm" w="sm" type="none"/>
                    </a:lnR>
                    <a:lnT cap="flat" cmpd="sng" w="9525">
                      <a:solidFill>
                        <a:srgbClr val="444444"/>
                      </a:solidFill>
                      <a:prstDash val="solid"/>
                      <a:round/>
                      <a:headEnd len="sm" w="sm" type="none"/>
                      <a:tailEnd len="sm" w="sm" type="none"/>
                    </a:lnT>
                    <a:lnB cap="flat" cmpd="sng" w="9525">
                      <a:solidFill>
                        <a:srgbClr val="444444"/>
                      </a:solidFill>
                      <a:prstDash val="solid"/>
                      <a:round/>
                      <a:headEnd len="sm" w="sm" type="none"/>
                      <a:tailEnd len="sm" w="sm" type="none"/>
                    </a:lnB>
                    <a:solidFill>
                      <a:srgbClr val="2E2E2E"/>
                    </a:solidFill>
                  </a:tcPr>
                </a:tc>
                <a:tc>
                  <a:txBody>
                    <a:bodyPr/>
                    <a:lstStyle/>
                    <a:p>
                      <a:pPr indent="0" lvl="0" marL="0" marR="0" rtl="0" algn="l">
                        <a:lnSpc>
                          <a:spcPct val="120000"/>
                        </a:lnSpc>
                        <a:spcBef>
                          <a:spcPts val="0"/>
                        </a:spcBef>
                        <a:spcAft>
                          <a:spcPts val="0"/>
                        </a:spcAft>
                        <a:buClr>
                          <a:srgbClr val="000000"/>
                        </a:buClr>
                        <a:buSzPts val="1500"/>
                        <a:buFont typeface="Arial"/>
                        <a:buNone/>
                      </a:pPr>
                      <a:r>
                        <a:rPr lang="en-US" sz="1500">
                          <a:solidFill>
                            <a:srgbClr val="D1D5DB"/>
                          </a:solidFill>
                          <a:latin typeface="Calibri"/>
                          <a:ea typeface="Calibri"/>
                          <a:cs typeface="Calibri"/>
                          <a:sym typeface="Calibri"/>
                        </a:rPr>
                        <a:t>CU-30: Registrando mediante código de barras</a:t>
                      </a:r>
                      <a:endParaRPr sz="1500" u="none" cap="none" strike="noStrike">
                        <a:solidFill>
                          <a:srgbClr val="D1D5DB"/>
                        </a:solidFill>
                        <a:latin typeface="Calibri"/>
                        <a:ea typeface="Calibri"/>
                        <a:cs typeface="Calibri"/>
                        <a:sym typeface="Calibri"/>
                      </a:endParaRPr>
                    </a:p>
                  </a:txBody>
                  <a:tcPr marT="91450" marB="91450" marR="91450" marL="91450">
                    <a:lnL cap="flat" cmpd="sng" w="9525">
                      <a:solidFill>
                        <a:srgbClr val="444444"/>
                      </a:solidFill>
                      <a:prstDash val="solid"/>
                      <a:round/>
                      <a:headEnd len="sm" w="sm" type="none"/>
                      <a:tailEnd len="sm" w="sm" type="none"/>
                    </a:lnL>
                    <a:lnR cap="flat" cmpd="sng" w="9525">
                      <a:solidFill>
                        <a:srgbClr val="444444"/>
                      </a:solidFill>
                      <a:prstDash val="solid"/>
                      <a:round/>
                      <a:headEnd len="sm" w="sm" type="none"/>
                      <a:tailEnd len="sm" w="sm" type="none"/>
                    </a:lnR>
                    <a:lnT cap="flat" cmpd="sng" w="9525">
                      <a:solidFill>
                        <a:srgbClr val="444444"/>
                      </a:solidFill>
                      <a:prstDash val="solid"/>
                      <a:round/>
                      <a:headEnd len="sm" w="sm" type="none"/>
                      <a:tailEnd len="sm" w="sm" type="none"/>
                    </a:lnT>
                    <a:lnB cap="flat" cmpd="sng" w="9525">
                      <a:solidFill>
                        <a:srgbClr val="444444"/>
                      </a:solidFill>
                      <a:prstDash val="solid"/>
                      <a:round/>
                      <a:headEnd len="sm" w="sm" type="none"/>
                      <a:tailEnd len="sm" w="sm" type="none"/>
                    </a:lnB>
                    <a:solidFill>
                      <a:srgbClr val="2A2A2A"/>
                    </a:solidFill>
                  </a:tcPr>
                </a:tc>
              </a:tr>
              <a:tr h="329925">
                <a:tc>
                  <a:txBody>
                    <a:bodyPr/>
                    <a:lstStyle/>
                    <a:p>
                      <a:pPr indent="0" lvl="0" marL="0" marR="0" rtl="0" algn="l">
                        <a:lnSpc>
                          <a:spcPct val="120000"/>
                        </a:lnSpc>
                        <a:spcBef>
                          <a:spcPts val="0"/>
                        </a:spcBef>
                        <a:spcAft>
                          <a:spcPts val="0"/>
                        </a:spcAft>
                        <a:buClr>
                          <a:srgbClr val="000000"/>
                        </a:buClr>
                        <a:buSzPts val="1500"/>
                        <a:buFont typeface="Arial"/>
                        <a:buNone/>
                      </a:pPr>
                      <a:r>
                        <a:rPr b="1" lang="en-US" sz="1500" u="none" cap="none" strike="noStrike">
                          <a:solidFill>
                            <a:srgbClr val="F47920"/>
                          </a:solidFill>
                          <a:latin typeface="Calibri"/>
                          <a:ea typeface="Calibri"/>
                          <a:cs typeface="Calibri"/>
                          <a:sym typeface="Calibri"/>
                        </a:rPr>
                        <a:t>Actor(es)</a:t>
                      </a:r>
                      <a:endParaRPr sz="1100" u="none" cap="none" strike="noStrike"/>
                    </a:p>
                  </a:txBody>
                  <a:tcPr marT="91450" marB="91450" marR="91450" marL="91450">
                    <a:lnL cap="flat" cmpd="sng" w="9525">
                      <a:solidFill>
                        <a:srgbClr val="444444"/>
                      </a:solidFill>
                      <a:prstDash val="solid"/>
                      <a:round/>
                      <a:headEnd len="sm" w="sm" type="none"/>
                      <a:tailEnd len="sm" w="sm" type="none"/>
                    </a:lnL>
                    <a:lnR cap="flat" cmpd="sng" w="9525">
                      <a:solidFill>
                        <a:srgbClr val="444444"/>
                      </a:solidFill>
                      <a:prstDash val="solid"/>
                      <a:round/>
                      <a:headEnd len="sm" w="sm" type="none"/>
                      <a:tailEnd len="sm" w="sm" type="none"/>
                    </a:lnR>
                    <a:lnT cap="flat" cmpd="sng" w="9525">
                      <a:solidFill>
                        <a:srgbClr val="444444"/>
                      </a:solidFill>
                      <a:prstDash val="solid"/>
                      <a:round/>
                      <a:headEnd len="sm" w="sm" type="none"/>
                      <a:tailEnd len="sm" w="sm" type="none"/>
                    </a:lnT>
                    <a:lnB cap="flat" cmpd="sng" w="9525">
                      <a:solidFill>
                        <a:srgbClr val="444444"/>
                      </a:solidFill>
                      <a:prstDash val="solid"/>
                      <a:round/>
                      <a:headEnd len="sm" w="sm" type="none"/>
                      <a:tailEnd len="sm" w="sm" type="none"/>
                    </a:lnB>
                    <a:solidFill>
                      <a:srgbClr val="2E2E2E"/>
                    </a:solidFill>
                  </a:tcPr>
                </a:tc>
                <a:tc>
                  <a:txBody>
                    <a:bodyPr/>
                    <a:lstStyle/>
                    <a:p>
                      <a:pPr indent="0" lvl="0" marL="0" marR="0" rtl="0" algn="l">
                        <a:lnSpc>
                          <a:spcPct val="120000"/>
                        </a:lnSpc>
                        <a:spcBef>
                          <a:spcPts val="0"/>
                        </a:spcBef>
                        <a:spcAft>
                          <a:spcPts val="0"/>
                        </a:spcAft>
                        <a:buClr>
                          <a:srgbClr val="000000"/>
                        </a:buClr>
                        <a:buSzPts val="1500"/>
                        <a:buFont typeface="Arial"/>
                        <a:buNone/>
                      </a:pPr>
                      <a:r>
                        <a:rPr lang="en-US" sz="1500">
                          <a:solidFill>
                            <a:srgbClr val="D1D5DB"/>
                          </a:solidFill>
                          <a:latin typeface="Calibri"/>
                          <a:ea typeface="Calibri"/>
                          <a:cs typeface="Calibri"/>
                          <a:sym typeface="Calibri"/>
                        </a:rPr>
                        <a:t>Gerencia/JOP</a:t>
                      </a:r>
                      <a:endParaRPr sz="1500">
                        <a:solidFill>
                          <a:srgbClr val="D1D5DB"/>
                        </a:solidFill>
                        <a:latin typeface="Calibri"/>
                        <a:ea typeface="Calibri"/>
                        <a:cs typeface="Calibri"/>
                        <a:sym typeface="Calibri"/>
                      </a:endParaRPr>
                    </a:p>
                  </a:txBody>
                  <a:tcPr marT="91450" marB="91450" marR="91450" marL="91450">
                    <a:lnL cap="flat" cmpd="sng" w="9525">
                      <a:solidFill>
                        <a:srgbClr val="444444"/>
                      </a:solidFill>
                      <a:prstDash val="solid"/>
                      <a:round/>
                      <a:headEnd len="sm" w="sm" type="none"/>
                      <a:tailEnd len="sm" w="sm" type="none"/>
                    </a:lnL>
                    <a:lnR cap="flat" cmpd="sng" w="9525">
                      <a:solidFill>
                        <a:srgbClr val="444444"/>
                      </a:solidFill>
                      <a:prstDash val="solid"/>
                      <a:round/>
                      <a:headEnd len="sm" w="sm" type="none"/>
                      <a:tailEnd len="sm" w="sm" type="none"/>
                    </a:lnR>
                    <a:lnT cap="flat" cmpd="sng" w="9525">
                      <a:solidFill>
                        <a:srgbClr val="444444"/>
                      </a:solidFill>
                      <a:prstDash val="solid"/>
                      <a:round/>
                      <a:headEnd len="sm" w="sm" type="none"/>
                      <a:tailEnd len="sm" w="sm" type="none"/>
                    </a:lnT>
                    <a:lnB cap="flat" cmpd="sng" w="9525">
                      <a:solidFill>
                        <a:srgbClr val="444444"/>
                      </a:solidFill>
                      <a:prstDash val="solid"/>
                      <a:round/>
                      <a:headEnd len="sm" w="sm" type="none"/>
                      <a:tailEnd len="sm" w="sm" type="none"/>
                    </a:lnB>
                    <a:solidFill>
                      <a:srgbClr val="2A2A2A"/>
                    </a:solidFill>
                  </a:tcPr>
                </a:tc>
              </a:tr>
              <a:tr h="661450">
                <a:tc>
                  <a:txBody>
                    <a:bodyPr/>
                    <a:lstStyle/>
                    <a:p>
                      <a:pPr indent="0" lvl="0" marL="0" marR="0" rtl="0" algn="l">
                        <a:lnSpc>
                          <a:spcPct val="120000"/>
                        </a:lnSpc>
                        <a:spcBef>
                          <a:spcPts val="0"/>
                        </a:spcBef>
                        <a:spcAft>
                          <a:spcPts val="0"/>
                        </a:spcAft>
                        <a:buClr>
                          <a:srgbClr val="000000"/>
                        </a:buClr>
                        <a:buSzPts val="1500"/>
                        <a:buFont typeface="Arial"/>
                        <a:buNone/>
                      </a:pPr>
                      <a:r>
                        <a:rPr b="1" lang="en-US" sz="1500" u="none" cap="none" strike="noStrike">
                          <a:solidFill>
                            <a:srgbClr val="F47920"/>
                          </a:solidFill>
                          <a:latin typeface="Calibri"/>
                          <a:ea typeface="Calibri"/>
                          <a:cs typeface="Calibri"/>
                          <a:sym typeface="Calibri"/>
                        </a:rPr>
                        <a:t>Resumen</a:t>
                      </a:r>
                      <a:endParaRPr sz="1100" u="none" cap="none" strike="noStrike"/>
                    </a:p>
                  </a:txBody>
                  <a:tcPr marT="91450" marB="91450" marR="91450" marL="91450">
                    <a:lnL cap="flat" cmpd="sng" w="9525">
                      <a:solidFill>
                        <a:srgbClr val="444444"/>
                      </a:solidFill>
                      <a:prstDash val="solid"/>
                      <a:round/>
                      <a:headEnd len="sm" w="sm" type="none"/>
                      <a:tailEnd len="sm" w="sm" type="none"/>
                    </a:lnL>
                    <a:lnR cap="flat" cmpd="sng" w="9525">
                      <a:solidFill>
                        <a:srgbClr val="444444"/>
                      </a:solidFill>
                      <a:prstDash val="solid"/>
                      <a:round/>
                      <a:headEnd len="sm" w="sm" type="none"/>
                      <a:tailEnd len="sm" w="sm" type="none"/>
                    </a:lnR>
                    <a:lnT cap="flat" cmpd="sng" w="9525">
                      <a:solidFill>
                        <a:srgbClr val="444444"/>
                      </a:solidFill>
                      <a:prstDash val="solid"/>
                      <a:round/>
                      <a:headEnd len="sm" w="sm" type="none"/>
                      <a:tailEnd len="sm" w="sm" type="none"/>
                    </a:lnT>
                    <a:lnB cap="flat" cmpd="sng" w="9525">
                      <a:solidFill>
                        <a:srgbClr val="444444"/>
                      </a:solidFill>
                      <a:prstDash val="solid"/>
                      <a:round/>
                      <a:headEnd len="sm" w="sm" type="none"/>
                      <a:tailEnd len="sm" w="sm" type="none"/>
                    </a:lnB>
                    <a:solidFill>
                      <a:srgbClr val="2E2E2E"/>
                    </a:solidFill>
                  </a:tcPr>
                </a:tc>
                <a:tc>
                  <a:txBody>
                    <a:bodyPr/>
                    <a:lstStyle/>
                    <a:p>
                      <a:pPr indent="0" lvl="0" marL="0" marR="0" rtl="0" algn="l">
                        <a:lnSpc>
                          <a:spcPct val="120000"/>
                        </a:lnSpc>
                        <a:spcBef>
                          <a:spcPts val="0"/>
                        </a:spcBef>
                        <a:spcAft>
                          <a:spcPts val="0"/>
                        </a:spcAft>
                        <a:buClr>
                          <a:srgbClr val="000000"/>
                        </a:buClr>
                        <a:buSzPts val="1500"/>
                        <a:buFont typeface="Arial"/>
                        <a:buNone/>
                      </a:pPr>
                      <a:r>
                        <a:rPr lang="en-US" sz="1500">
                          <a:solidFill>
                            <a:srgbClr val="D1D5DB"/>
                          </a:solidFill>
                          <a:latin typeface="Calibri"/>
                          <a:ea typeface="Calibri"/>
                          <a:cs typeface="Calibri"/>
                          <a:sym typeface="Calibri"/>
                        </a:rPr>
                        <a:t>Permite registrar movimientos de inventario mediante escaneo para evitar errores manuales.</a:t>
                      </a:r>
                      <a:endParaRPr sz="1100" u="none" cap="none" strike="noStrike"/>
                    </a:p>
                  </a:txBody>
                  <a:tcPr marT="91450" marB="91450" marR="91450" marL="91450">
                    <a:lnL cap="flat" cmpd="sng" w="9525">
                      <a:solidFill>
                        <a:srgbClr val="444444"/>
                      </a:solidFill>
                      <a:prstDash val="solid"/>
                      <a:round/>
                      <a:headEnd len="sm" w="sm" type="none"/>
                      <a:tailEnd len="sm" w="sm" type="none"/>
                    </a:lnL>
                    <a:lnR cap="flat" cmpd="sng" w="9525">
                      <a:solidFill>
                        <a:srgbClr val="444444"/>
                      </a:solidFill>
                      <a:prstDash val="solid"/>
                      <a:round/>
                      <a:headEnd len="sm" w="sm" type="none"/>
                      <a:tailEnd len="sm" w="sm" type="none"/>
                    </a:lnR>
                    <a:lnT cap="flat" cmpd="sng" w="9525">
                      <a:solidFill>
                        <a:srgbClr val="444444"/>
                      </a:solidFill>
                      <a:prstDash val="solid"/>
                      <a:round/>
                      <a:headEnd len="sm" w="sm" type="none"/>
                      <a:tailEnd len="sm" w="sm" type="none"/>
                    </a:lnT>
                    <a:lnB cap="flat" cmpd="sng" w="9525">
                      <a:solidFill>
                        <a:srgbClr val="444444"/>
                      </a:solidFill>
                      <a:prstDash val="solid"/>
                      <a:round/>
                      <a:headEnd len="sm" w="sm" type="none"/>
                      <a:tailEnd len="sm" w="sm" type="none"/>
                    </a:lnB>
                    <a:solidFill>
                      <a:srgbClr val="2A2A2A"/>
                    </a:solidFill>
                  </a:tcPr>
                </a:tc>
              </a:tr>
              <a:tr h="343425">
                <a:tc>
                  <a:txBody>
                    <a:bodyPr/>
                    <a:lstStyle/>
                    <a:p>
                      <a:pPr indent="0" lvl="0" marL="0" marR="0" rtl="0" algn="l">
                        <a:lnSpc>
                          <a:spcPct val="120000"/>
                        </a:lnSpc>
                        <a:spcBef>
                          <a:spcPts val="0"/>
                        </a:spcBef>
                        <a:spcAft>
                          <a:spcPts val="0"/>
                        </a:spcAft>
                        <a:buClr>
                          <a:srgbClr val="000000"/>
                        </a:buClr>
                        <a:buSzPts val="1500"/>
                        <a:buFont typeface="Arial"/>
                        <a:buNone/>
                      </a:pPr>
                      <a:r>
                        <a:rPr b="1" lang="en-US" sz="1500" u="none" cap="none" strike="noStrike">
                          <a:solidFill>
                            <a:srgbClr val="F47920"/>
                          </a:solidFill>
                          <a:latin typeface="Calibri"/>
                          <a:ea typeface="Calibri"/>
                          <a:cs typeface="Calibri"/>
                          <a:sym typeface="Calibri"/>
                        </a:rPr>
                        <a:t>Frecuencia</a:t>
                      </a:r>
                      <a:endParaRPr sz="1100" u="none" cap="none" strike="noStrike"/>
                    </a:p>
                  </a:txBody>
                  <a:tcPr marT="91450" marB="91450" marR="91450" marL="91450">
                    <a:lnL cap="flat" cmpd="sng" w="9525">
                      <a:solidFill>
                        <a:srgbClr val="444444"/>
                      </a:solidFill>
                      <a:prstDash val="solid"/>
                      <a:round/>
                      <a:headEnd len="sm" w="sm" type="none"/>
                      <a:tailEnd len="sm" w="sm" type="none"/>
                    </a:lnL>
                    <a:lnR cap="flat" cmpd="sng" w="9525">
                      <a:solidFill>
                        <a:srgbClr val="444444"/>
                      </a:solidFill>
                      <a:prstDash val="solid"/>
                      <a:round/>
                      <a:headEnd len="sm" w="sm" type="none"/>
                      <a:tailEnd len="sm" w="sm" type="none"/>
                    </a:lnR>
                    <a:lnT cap="flat" cmpd="sng" w="9525">
                      <a:solidFill>
                        <a:srgbClr val="444444"/>
                      </a:solidFill>
                      <a:prstDash val="solid"/>
                      <a:round/>
                      <a:headEnd len="sm" w="sm" type="none"/>
                      <a:tailEnd len="sm" w="sm" type="none"/>
                    </a:lnT>
                    <a:lnB cap="flat" cmpd="sng" w="9525">
                      <a:solidFill>
                        <a:srgbClr val="444444"/>
                      </a:solidFill>
                      <a:prstDash val="solid"/>
                      <a:round/>
                      <a:headEnd len="sm" w="sm" type="none"/>
                      <a:tailEnd len="sm" w="sm" type="none"/>
                    </a:lnB>
                    <a:solidFill>
                      <a:srgbClr val="2E2E2E"/>
                    </a:solidFill>
                  </a:tcPr>
                </a:tc>
                <a:tc>
                  <a:txBody>
                    <a:bodyPr/>
                    <a:lstStyle/>
                    <a:p>
                      <a:pPr indent="0" lvl="0" marL="0" marR="0" rtl="0" algn="l">
                        <a:lnSpc>
                          <a:spcPct val="120000"/>
                        </a:lnSpc>
                        <a:spcBef>
                          <a:spcPts val="0"/>
                        </a:spcBef>
                        <a:spcAft>
                          <a:spcPts val="0"/>
                        </a:spcAft>
                        <a:buClr>
                          <a:srgbClr val="000000"/>
                        </a:buClr>
                        <a:buSzPts val="1500"/>
                        <a:buFont typeface="Arial"/>
                        <a:buNone/>
                      </a:pPr>
                      <a:r>
                        <a:rPr lang="en-US" sz="1500" u="none" cap="none" strike="noStrike">
                          <a:solidFill>
                            <a:srgbClr val="D1D5DB"/>
                          </a:solidFill>
                          <a:latin typeface="Calibri"/>
                          <a:ea typeface="Calibri"/>
                          <a:cs typeface="Calibri"/>
                          <a:sym typeface="Calibri"/>
                        </a:rPr>
                        <a:t>Alta</a:t>
                      </a:r>
                      <a:endParaRPr sz="1100" u="none" cap="none" strike="noStrike"/>
                    </a:p>
                  </a:txBody>
                  <a:tcPr marT="91450" marB="91450" marR="91450" marL="91450">
                    <a:lnL cap="flat" cmpd="sng" w="9525">
                      <a:solidFill>
                        <a:srgbClr val="444444"/>
                      </a:solidFill>
                      <a:prstDash val="solid"/>
                      <a:round/>
                      <a:headEnd len="sm" w="sm" type="none"/>
                      <a:tailEnd len="sm" w="sm" type="none"/>
                    </a:lnL>
                    <a:lnR cap="flat" cmpd="sng" w="9525">
                      <a:solidFill>
                        <a:srgbClr val="444444"/>
                      </a:solidFill>
                      <a:prstDash val="solid"/>
                      <a:round/>
                      <a:headEnd len="sm" w="sm" type="none"/>
                      <a:tailEnd len="sm" w="sm" type="none"/>
                    </a:lnR>
                    <a:lnT cap="flat" cmpd="sng" w="9525">
                      <a:solidFill>
                        <a:srgbClr val="444444"/>
                      </a:solidFill>
                      <a:prstDash val="solid"/>
                      <a:round/>
                      <a:headEnd len="sm" w="sm" type="none"/>
                      <a:tailEnd len="sm" w="sm" type="none"/>
                    </a:lnT>
                    <a:lnB cap="flat" cmpd="sng" w="9525">
                      <a:solidFill>
                        <a:srgbClr val="444444"/>
                      </a:solidFill>
                      <a:prstDash val="solid"/>
                      <a:round/>
                      <a:headEnd len="sm" w="sm" type="none"/>
                      <a:tailEnd len="sm" w="sm" type="none"/>
                    </a:lnB>
                    <a:solidFill>
                      <a:srgbClr val="2A2A2A"/>
                    </a:solidFill>
                  </a:tcPr>
                </a:tc>
              </a:tr>
              <a:tr h="727800">
                <a:tc>
                  <a:txBody>
                    <a:bodyPr/>
                    <a:lstStyle/>
                    <a:p>
                      <a:pPr indent="0" lvl="0" marL="0" marR="0" rtl="0" algn="l">
                        <a:lnSpc>
                          <a:spcPct val="120000"/>
                        </a:lnSpc>
                        <a:spcBef>
                          <a:spcPts val="0"/>
                        </a:spcBef>
                        <a:spcAft>
                          <a:spcPts val="0"/>
                        </a:spcAft>
                        <a:buClr>
                          <a:srgbClr val="000000"/>
                        </a:buClr>
                        <a:buSzPts val="1500"/>
                        <a:buFont typeface="Arial"/>
                        <a:buNone/>
                      </a:pPr>
                      <a:r>
                        <a:rPr b="1" lang="en-US" sz="1500" u="none" cap="none" strike="noStrike">
                          <a:solidFill>
                            <a:srgbClr val="F47920"/>
                          </a:solidFill>
                          <a:latin typeface="Calibri"/>
                          <a:ea typeface="Calibri"/>
                          <a:cs typeface="Calibri"/>
                          <a:sym typeface="Calibri"/>
                        </a:rPr>
                        <a:t>Precondiciones</a:t>
                      </a:r>
                      <a:endParaRPr sz="1100" u="none" cap="none" strike="noStrike"/>
                    </a:p>
                  </a:txBody>
                  <a:tcPr marT="91450" marB="91450" marR="91450" marL="91450">
                    <a:lnL cap="flat" cmpd="sng" w="9525">
                      <a:solidFill>
                        <a:srgbClr val="444444"/>
                      </a:solidFill>
                      <a:prstDash val="solid"/>
                      <a:round/>
                      <a:headEnd len="sm" w="sm" type="none"/>
                      <a:tailEnd len="sm" w="sm" type="none"/>
                    </a:lnL>
                    <a:lnR cap="flat" cmpd="sng" w="9525">
                      <a:solidFill>
                        <a:srgbClr val="444444"/>
                      </a:solidFill>
                      <a:prstDash val="solid"/>
                      <a:round/>
                      <a:headEnd len="sm" w="sm" type="none"/>
                      <a:tailEnd len="sm" w="sm" type="none"/>
                    </a:lnR>
                    <a:lnT cap="flat" cmpd="sng" w="9525">
                      <a:solidFill>
                        <a:srgbClr val="444444"/>
                      </a:solidFill>
                      <a:prstDash val="solid"/>
                      <a:round/>
                      <a:headEnd len="sm" w="sm" type="none"/>
                      <a:tailEnd len="sm" w="sm" type="none"/>
                    </a:lnT>
                    <a:lnB cap="flat" cmpd="sng" w="9525">
                      <a:solidFill>
                        <a:srgbClr val="444444"/>
                      </a:solidFill>
                      <a:prstDash val="solid"/>
                      <a:round/>
                      <a:headEnd len="sm" w="sm" type="none"/>
                      <a:tailEnd len="sm" w="sm" type="none"/>
                    </a:lnB>
                    <a:solidFill>
                      <a:srgbClr val="2E2E2E"/>
                    </a:solidFill>
                  </a:tcPr>
                </a:tc>
                <a:tc>
                  <a:txBody>
                    <a:bodyPr/>
                    <a:lstStyle/>
                    <a:p>
                      <a:pPr indent="0" lvl="0" marL="0" marR="0" rtl="0" algn="l">
                        <a:lnSpc>
                          <a:spcPct val="120000"/>
                        </a:lnSpc>
                        <a:spcBef>
                          <a:spcPts val="0"/>
                        </a:spcBef>
                        <a:spcAft>
                          <a:spcPts val="0"/>
                        </a:spcAft>
                        <a:buClr>
                          <a:srgbClr val="000000"/>
                        </a:buClr>
                        <a:buSzPts val="1500"/>
                        <a:buFont typeface="Arial"/>
                        <a:buNone/>
                      </a:pPr>
                      <a:r>
                        <a:rPr lang="en-US" sz="1500">
                          <a:solidFill>
                            <a:srgbClr val="D1D5DB"/>
                          </a:solidFill>
                          <a:latin typeface="Calibri"/>
                          <a:ea typeface="Calibri"/>
                          <a:cs typeface="Calibri"/>
                          <a:sym typeface="Calibri"/>
                        </a:rPr>
                        <a:t>El usuario se encuentra autenticado y accede al formulario de movimientos de inventario con un lector de códigos de barras disponible.</a:t>
                      </a:r>
                      <a:endParaRPr sz="1100" u="none" cap="none" strike="noStrike"/>
                    </a:p>
                  </a:txBody>
                  <a:tcPr marT="91450" marB="91450" marR="91450" marL="91450">
                    <a:lnL cap="flat" cmpd="sng" w="9525">
                      <a:solidFill>
                        <a:srgbClr val="444444"/>
                      </a:solidFill>
                      <a:prstDash val="solid"/>
                      <a:round/>
                      <a:headEnd len="sm" w="sm" type="none"/>
                      <a:tailEnd len="sm" w="sm" type="none"/>
                    </a:lnL>
                    <a:lnR cap="flat" cmpd="sng" w="9525">
                      <a:solidFill>
                        <a:srgbClr val="444444"/>
                      </a:solidFill>
                      <a:prstDash val="solid"/>
                      <a:round/>
                      <a:headEnd len="sm" w="sm" type="none"/>
                      <a:tailEnd len="sm" w="sm" type="none"/>
                    </a:lnR>
                    <a:lnT cap="flat" cmpd="sng" w="9525">
                      <a:solidFill>
                        <a:srgbClr val="444444"/>
                      </a:solidFill>
                      <a:prstDash val="solid"/>
                      <a:round/>
                      <a:headEnd len="sm" w="sm" type="none"/>
                      <a:tailEnd len="sm" w="sm" type="none"/>
                    </a:lnT>
                    <a:lnB cap="flat" cmpd="sng" w="9525">
                      <a:solidFill>
                        <a:srgbClr val="444444"/>
                      </a:solidFill>
                      <a:prstDash val="solid"/>
                      <a:round/>
                      <a:headEnd len="sm" w="sm" type="none"/>
                      <a:tailEnd len="sm" w="sm" type="none"/>
                    </a:lnB>
                    <a:solidFill>
                      <a:srgbClr val="2A2A2A"/>
                    </a:solidFill>
                  </a:tcPr>
                </a:tc>
              </a:tr>
              <a:tr h="1639575">
                <a:tc>
                  <a:txBody>
                    <a:bodyPr/>
                    <a:lstStyle/>
                    <a:p>
                      <a:pPr indent="0" lvl="0" marL="0" marR="0" rtl="0" algn="l">
                        <a:lnSpc>
                          <a:spcPct val="120000"/>
                        </a:lnSpc>
                        <a:spcBef>
                          <a:spcPts val="0"/>
                        </a:spcBef>
                        <a:spcAft>
                          <a:spcPts val="0"/>
                        </a:spcAft>
                        <a:buClr>
                          <a:srgbClr val="000000"/>
                        </a:buClr>
                        <a:buSzPts val="1500"/>
                        <a:buFont typeface="Arial"/>
                        <a:buNone/>
                      </a:pPr>
                      <a:r>
                        <a:rPr b="1" lang="en-US" sz="1500" u="none" cap="none" strike="noStrike">
                          <a:solidFill>
                            <a:srgbClr val="F47920"/>
                          </a:solidFill>
                          <a:latin typeface="Calibri"/>
                          <a:ea typeface="Calibri"/>
                          <a:cs typeface="Calibri"/>
                          <a:sym typeface="Calibri"/>
                        </a:rPr>
                        <a:t>Descripción</a:t>
                      </a:r>
                      <a:endParaRPr sz="1100" u="none" cap="none" strike="noStrike"/>
                    </a:p>
                  </a:txBody>
                  <a:tcPr marT="91450" marB="91450" marR="91450" marL="91450">
                    <a:lnL cap="flat" cmpd="sng" w="9525">
                      <a:solidFill>
                        <a:srgbClr val="444444"/>
                      </a:solidFill>
                      <a:prstDash val="solid"/>
                      <a:round/>
                      <a:headEnd len="sm" w="sm" type="none"/>
                      <a:tailEnd len="sm" w="sm" type="none"/>
                    </a:lnL>
                    <a:lnR cap="flat" cmpd="sng" w="9525">
                      <a:solidFill>
                        <a:srgbClr val="444444"/>
                      </a:solidFill>
                      <a:prstDash val="solid"/>
                      <a:round/>
                      <a:headEnd len="sm" w="sm" type="none"/>
                      <a:tailEnd len="sm" w="sm" type="none"/>
                    </a:lnR>
                    <a:lnT cap="flat" cmpd="sng" w="9525">
                      <a:solidFill>
                        <a:srgbClr val="444444"/>
                      </a:solidFill>
                      <a:prstDash val="solid"/>
                      <a:round/>
                      <a:headEnd len="sm" w="sm" type="none"/>
                      <a:tailEnd len="sm" w="sm" type="none"/>
                    </a:lnT>
                    <a:lnB cap="flat" cmpd="sng" w="9525">
                      <a:solidFill>
                        <a:srgbClr val="444444"/>
                      </a:solidFill>
                      <a:prstDash val="solid"/>
                      <a:round/>
                      <a:headEnd len="sm" w="sm" type="none"/>
                      <a:tailEnd len="sm" w="sm" type="none"/>
                    </a:lnB>
                    <a:solidFill>
                      <a:srgbClr val="2E2E2E"/>
                    </a:solidFill>
                  </a:tcPr>
                </a:tc>
                <a:tc>
                  <a:txBody>
                    <a:bodyPr/>
                    <a:lstStyle/>
                    <a:p>
                      <a:pPr indent="0" lvl="0" marL="0" marR="0" rtl="0" algn="l">
                        <a:lnSpc>
                          <a:spcPct val="120000"/>
                        </a:lnSpc>
                        <a:spcBef>
                          <a:spcPts val="0"/>
                        </a:spcBef>
                        <a:spcAft>
                          <a:spcPts val="0"/>
                        </a:spcAft>
                        <a:buClr>
                          <a:srgbClr val="000000"/>
                        </a:buClr>
                        <a:buSzPts val="1500"/>
                        <a:buFont typeface="Arial"/>
                        <a:buNone/>
                      </a:pPr>
                      <a:r>
                        <a:rPr lang="en-US" sz="1500">
                          <a:solidFill>
                            <a:srgbClr val="D1D5DB"/>
                          </a:solidFill>
                          <a:latin typeface="Calibri"/>
                          <a:ea typeface="Calibri"/>
                          <a:cs typeface="Calibri"/>
                          <a:sym typeface="Calibri"/>
                        </a:rPr>
                        <a:t>El usuario activa el modo de lectura por escáner. El sistema habilita la entrada de datos vía dispositivo de escaneo [Excepción 2]. El usuario escanea el código de barras del material. El sistema identifica el SKU asociado y verifica que el producto esté activo en el catálogo [Excepción 1] [Excepción 3]. El sistema autocompleta los campos del formulario con nombre del producto, unidad de medida y bodega actual, y posiciona el cursor en el campo de cantidad. El usuario ingresa la cantidad, selecciona el tipo de movimiento y confirma la operación. El sistema registra el movimiento y confirma la operación al usuario.</a:t>
                      </a:r>
                      <a:endParaRPr sz="1100" u="none" cap="none" strike="noStrike"/>
                    </a:p>
                  </a:txBody>
                  <a:tcPr marT="91450" marB="91450" marR="91450" marL="91450">
                    <a:lnL cap="flat" cmpd="sng" w="9525">
                      <a:solidFill>
                        <a:srgbClr val="444444"/>
                      </a:solidFill>
                      <a:prstDash val="solid"/>
                      <a:round/>
                      <a:headEnd len="sm" w="sm" type="none"/>
                      <a:tailEnd len="sm" w="sm" type="none"/>
                    </a:lnL>
                    <a:lnR cap="flat" cmpd="sng" w="9525">
                      <a:solidFill>
                        <a:srgbClr val="444444"/>
                      </a:solidFill>
                      <a:prstDash val="solid"/>
                      <a:round/>
                      <a:headEnd len="sm" w="sm" type="none"/>
                      <a:tailEnd len="sm" w="sm" type="none"/>
                    </a:lnR>
                    <a:lnT cap="flat" cmpd="sng" w="9525">
                      <a:solidFill>
                        <a:srgbClr val="444444"/>
                      </a:solidFill>
                      <a:prstDash val="solid"/>
                      <a:round/>
                      <a:headEnd len="sm" w="sm" type="none"/>
                      <a:tailEnd len="sm" w="sm" type="none"/>
                    </a:lnT>
                    <a:lnB cap="flat" cmpd="sng" w="9525">
                      <a:solidFill>
                        <a:srgbClr val="444444"/>
                      </a:solidFill>
                      <a:prstDash val="solid"/>
                      <a:round/>
                      <a:headEnd len="sm" w="sm" type="none"/>
                      <a:tailEnd len="sm" w="sm" type="none"/>
                    </a:lnB>
                    <a:solidFill>
                      <a:srgbClr val="2A2A2A"/>
                    </a:solidFill>
                  </a:tcPr>
                </a:tc>
              </a:tr>
              <a:tr h="1187075">
                <a:tc>
                  <a:txBody>
                    <a:bodyPr/>
                    <a:lstStyle/>
                    <a:p>
                      <a:pPr indent="0" lvl="0" marL="0" marR="0" rtl="0" algn="l">
                        <a:lnSpc>
                          <a:spcPct val="120000"/>
                        </a:lnSpc>
                        <a:spcBef>
                          <a:spcPts val="0"/>
                        </a:spcBef>
                        <a:spcAft>
                          <a:spcPts val="0"/>
                        </a:spcAft>
                        <a:buClr>
                          <a:srgbClr val="000000"/>
                        </a:buClr>
                        <a:buSzPts val="1500"/>
                        <a:buFont typeface="Arial"/>
                        <a:buNone/>
                      </a:pPr>
                      <a:r>
                        <a:rPr b="1" lang="en-US" sz="1500" u="none" cap="none" strike="noStrike">
                          <a:solidFill>
                            <a:srgbClr val="F47920"/>
                          </a:solidFill>
                          <a:latin typeface="Calibri"/>
                          <a:ea typeface="Calibri"/>
                          <a:cs typeface="Calibri"/>
                          <a:sym typeface="Calibri"/>
                        </a:rPr>
                        <a:t>Excepciones</a:t>
                      </a:r>
                      <a:endParaRPr sz="1100" u="none" cap="none" strike="noStrike"/>
                    </a:p>
                  </a:txBody>
                  <a:tcPr marT="91450" marB="91450" marR="91450" marL="91450">
                    <a:lnL cap="flat" cmpd="sng" w="9525">
                      <a:solidFill>
                        <a:srgbClr val="444444"/>
                      </a:solidFill>
                      <a:prstDash val="solid"/>
                      <a:round/>
                      <a:headEnd len="sm" w="sm" type="none"/>
                      <a:tailEnd len="sm" w="sm" type="none"/>
                    </a:lnL>
                    <a:lnR cap="flat" cmpd="sng" w="9525">
                      <a:solidFill>
                        <a:srgbClr val="444444"/>
                      </a:solidFill>
                      <a:prstDash val="solid"/>
                      <a:round/>
                      <a:headEnd len="sm" w="sm" type="none"/>
                      <a:tailEnd len="sm" w="sm" type="none"/>
                    </a:lnR>
                    <a:lnT cap="flat" cmpd="sng" w="9525">
                      <a:solidFill>
                        <a:srgbClr val="444444"/>
                      </a:solidFill>
                      <a:prstDash val="solid"/>
                      <a:round/>
                      <a:headEnd len="sm" w="sm" type="none"/>
                      <a:tailEnd len="sm" w="sm" type="none"/>
                    </a:lnT>
                    <a:lnB cap="flat" cmpd="sng" w="9525">
                      <a:solidFill>
                        <a:srgbClr val="444444"/>
                      </a:solidFill>
                      <a:prstDash val="solid"/>
                      <a:round/>
                      <a:headEnd len="sm" w="sm" type="none"/>
                      <a:tailEnd len="sm" w="sm" type="none"/>
                    </a:lnB>
                    <a:solidFill>
                      <a:srgbClr val="2E2E2E"/>
                    </a:solidFill>
                  </a:tcPr>
                </a:tc>
                <a:tc>
                  <a:txBody>
                    <a:bodyPr/>
                    <a:lstStyle/>
                    <a:p>
                      <a:pPr indent="0" lvl="0" marL="0" marR="0" rtl="0" algn="l">
                        <a:lnSpc>
                          <a:spcPct val="120000"/>
                        </a:lnSpc>
                        <a:spcBef>
                          <a:spcPts val="0"/>
                        </a:spcBef>
                        <a:spcAft>
                          <a:spcPts val="0"/>
                        </a:spcAft>
                        <a:buClr>
                          <a:schemeClr val="dk1"/>
                        </a:buClr>
                        <a:buSzPts val="1100"/>
                        <a:buFont typeface="Arial"/>
                        <a:buNone/>
                      </a:pPr>
                      <a:r>
                        <a:rPr b="1" lang="en-US" sz="1500">
                          <a:solidFill>
                            <a:srgbClr val="D1D5DB"/>
                          </a:solidFill>
                          <a:latin typeface="Calibri"/>
                          <a:ea typeface="Calibri"/>
                          <a:cs typeface="Calibri"/>
                          <a:sym typeface="Calibri"/>
                        </a:rPr>
                        <a:t>Excepción 1</a:t>
                      </a:r>
                      <a:r>
                        <a:rPr lang="en-US" sz="1500">
                          <a:solidFill>
                            <a:srgbClr val="D1D5DB"/>
                          </a:solidFill>
                          <a:latin typeface="Calibri"/>
                          <a:ea typeface="Calibri"/>
                          <a:cs typeface="Calibri"/>
                          <a:sym typeface="Calibri"/>
                        </a:rPr>
                        <a:t>: El código de barras escaneado no corresponde a ningún SKU del catálogo. El sistema informa la situación y habilita el ingreso manual por SKU.</a:t>
                      </a:r>
                      <a:endParaRPr sz="1500">
                        <a:solidFill>
                          <a:srgbClr val="D1D5DB"/>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100"/>
                        <a:buFont typeface="Arial"/>
                        <a:buNone/>
                      </a:pPr>
                      <a:r>
                        <a:rPr b="1" lang="en-US" sz="1500">
                          <a:solidFill>
                            <a:srgbClr val="D1D5DB"/>
                          </a:solidFill>
                          <a:latin typeface="Calibri"/>
                          <a:ea typeface="Calibri"/>
                          <a:cs typeface="Calibri"/>
                          <a:sym typeface="Calibri"/>
                        </a:rPr>
                        <a:t>Excepción 2</a:t>
                      </a:r>
                      <a:r>
                        <a:rPr lang="en-US" sz="1500">
                          <a:solidFill>
                            <a:srgbClr val="D1D5DB"/>
                          </a:solidFill>
                          <a:latin typeface="Calibri"/>
                          <a:ea typeface="Calibri"/>
                          <a:cs typeface="Calibri"/>
                          <a:sym typeface="Calibri"/>
                        </a:rPr>
                        <a:t>: El escáner no es detectado o se encuentra desconectado. El sistema informa el error de conexión y ofrece continuar con ingreso manual por SKU.</a:t>
                      </a:r>
                      <a:endParaRPr sz="1500">
                        <a:solidFill>
                          <a:srgbClr val="D1D5DB"/>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100"/>
                        <a:buFont typeface="Arial"/>
                        <a:buNone/>
                      </a:pPr>
                      <a:r>
                        <a:rPr b="1" lang="en-US" sz="1500">
                          <a:solidFill>
                            <a:srgbClr val="D1D5DB"/>
                          </a:solidFill>
                          <a:latin typeface="Calibri"/>
                          <a:ea typeface="Calibri"/>
                          <a:cs typeface="Calibri"/>
                          <a:sym typeface="Calibri"/>
                        </a:rPr>
                        <a:t>Excepción 3</a:t>
                      </a:r>
                      <a:r>
                        <a:rPr lang="en-US" sz="1500">
                          <a:solidFill>
                            <a:srgbClr val="D1D5DB"/>
                          </a:solidFill>
                          <a:latin typeface="Calibri"/>
                          <a:ea typeface="Calibri"/>
                          <a:cs typeface="Calibri"/>
                          <a:sym typeface="Calibri"/>
                        </a:rPr>
                        <a:t>: El producto identificado se encuentra inactivo o dado de baja. El sistema informa el estado y bloquea el registro del movimiento antes de solicitar la cantidad.</a:t>
                      </a:r>
                      <a:endParaRPr sz="1500">
                        <a:solidFill>
                          <a:srgbClr val="D1D5DB"/>
                        </a:solidFill>
                        <a:latin typeface="Calibri"/>
                        <a:ea typeface="Calibri"/>
                        <a:cs typeface="Calibri"/>
                        <a:sym typeface="Calibri"/>
                      </a:endParaRPr>
                    </a:p>
                  </a:txBody>
                  <a:tcPr marT="91450" marB="91450" marR="91450" marL="91450">
                    <a:lnL cap="flat" cmpd="sng" w="9525">
                      <a:solidFill>
                        <a:srgbClr val="444444"/>
                      </a:solidFill>
                      <a:prstDash val="solid"/>
                      <a:round/>
                      <a:headEnd len="sm" w="sm" type="none"/>
                      <a:tailEnd len="sm" w="sm" type="none"/>
                    </a:lnL>
                    <a:lnR cap="flat" cmpd="sng" w="9525">
                      <a:solidFill>
                        <a:srgbClr val="444444"/>
                      </a:solidFill>
                      <a:prstDash val="solid"/>
                      <a:round/>
                      <a:headEnd len="sm" w="sm" type="none"/>
                      <a:tailEnd len="sm" w="sm" type="none"/>
                    </a:lnR>
                    <a:lnT cap="flat" cmpd="sng" w="9525">
                      <a:solidFill>
                        <a:srgbClr val="444444"/>
                      </a:solidFill>
                      <a:prstDash val="solid"/>
                      <a:round/>
                      <a:headEnd len="sm" w="sm" type="none"/>
                      <a:tailEnd len="sm" w="sm" type="none"/>
                    </a:lnT>
                    <a:lnB cap="flat" cmpd="sng" w="9525">
                      <a:solidFill>
                        <a:srgbClr val="444444"/>
                      </a:solidFill>
                      <a:prstDash val="solid"/>
                      <a:round/>
                      <a:headEnd len="sm" w="sm" type="none"/>
                      <a:tailEnd len="sm" w="sm" type="none"/>
                    </a:lnB>
                    <a:solidFill>
                      <a:srgbClr val="2A2A2A"/>
                    </a:solidFill>
                  </a:tcPr>
                </a:tc>
              </a:tr>
              <a:tr h="729525">
                <a:tc>
                  <a:txBody>
                    <a:bodyPr/>
                    <a:lstStyle/>
                    <a:p>
                      <a:pPr indent="0" lvl="0" marL="0" marR="0" rtl="0" algn="l">
                        <a:lnSpc>
                          <a:spcPct val="120000"/>
                        </a:lnSpc>
                        <a:spcBef>
                          <a:spcPts val="0"/>
                        </a:spcBef>
                        <a:spcAft>
                          <a:spcPts val="0"/>
                        </a:spcAft>
                        <a:buClr>
                          <a:srgbClr val="000000"/>
                        </a:buClr>
                        <a:buSzPts val="1500"/>
                        <a:buFont typeface="Arial"/>
                        <a:buNone/>
                      </a:pPr>
                      <a:r>
                        <a:rPr b="1" lang="en-US" sz="1500" u="none" cap="none" strike="noStrike">
                          <a:solidFill>
                            <a:srgbClr val="F47920"/>
                          </a:solidFill>
                          <a:latin typeface="Calibri"/>
                          <a:ea typeface="Calibri"/>
                          <a:cs typeface="Calibri"/>
                          <a:sym typeface="Calibri"/>
                        </a:rPr>
                        <a:t>Postcondiciones</a:t>
                      </a:r>
                      <a:endParaRPr sz="1100" u="none" cap="none" strike="noStrike"/>
                    </a:p>
                  </a:txBody>
                  <a:tcPr marT="91450" marB="91450" marR="91450" marL="91450">
                    <a:lnL cap="flat" cmpd="sng" w="9525">
                      <a:solidFill>
                        <a:srgbClr val="444444"/>
                      </a:solidFill>
                      <a:prstDash val="solid"/>
                      <a:round/>
                      <a:headEnd len="sm" w="sm" type="none"/>
                      <a:tailEnd len="sm" w="sm" type="none"/>
                    </a:lnL>
                    <a:lnR cap="flat" cmpd="sng" w="9525">
                      <a:solidFill>
                        <a:srgbClr val="444444"/>
                      </a:solidFill>
                      <a:prstDash val="solid"/>
                      <a:round/>
                      <a:headEnd len="sm" w="sm" type="none"/>
                      <a:tailEnd len="sm" w="sm" type="none"/>
                    </a:lnR>
                    <a:lnT cap="flat" cmpd="sng" w="9525">
                      <a:solidFill>
                        <a:srgbClr val="444444"/>
                      </a:solidFill>
                      <a:prstDash val="solid"/>
                      <a:round/>
                      <a:headEnd len="sm" w="sm" type="none"/>
                      <a:tailEnd len="sm" w="sm" type="none"/>
                    </a:lnT>
                    <a:lnB cap="flat" cmpd="sng" w="9525">
                      <a:solidFill>
                        <a:srgbClr val="444444"/>
                      </a:solidFill>
                      <a:prstDash val="solid"/>
                      <a:round/>
                      <a:headEnd len="sm" w="sm" type="none"/>
                      <a:tailEnd len="sm" w="sm" type="none"/>
                    </a:lnB>
                    <a:solidFill>
                      <a:srgbClr val="2E2E2E"/>
                    </a:solidFill>
                  </a:tcPr>
                </a:tc>
                <a:tc>
                  <a:txBody>
                    <a:bodyPr/>
                    <a:lstStyle/>
                    <a:p>
                      <a:pPr indent="0" lvl="0" marL="0" marR="0" rtl="0" algn="l">
                        <a:lnSpc>
                          <a:spcPct val="120000"/>
                        </a:lnSpc>
                        <a:spcBef>
                          <a:spcPts val="0"/>
                        </a:spcBef>
                        <a:spcAft>
                          <a:spcPts val="0"/>
                        </a:spcAft>
                        <a:buClr>
                          <a:srgbClr val="000000"/>
                        </a:buClr>
                        <a:buSzPts val="1500"/>
                        <a:buFont typeface="Arial"/>
                        <a:buNone/>
                      </a:pPr>
                      <a:r>
                        <a:rPr lang="en-US" sz="1500">
                          <a:solidFill>
                            <a:srgbClr val="D1D5DB"/>
                          </a:solidFill>
                          <a:latin typeface="Calibri"/>
                          <a:ea typeface="Calibri"/>
                          <a:cs typeface="Calibri"/>
                          <a:sym typeface="Calibri"/>
                        </a:rPr>
                        <a:t>El movimiento queda registrado en el historial con el SKU identificado por escaneo, su cantidad y su responsable.</a:t>
                      </a:r>
                      <a:endParaRPr sz="1100" u="none" cap="none" strike="noStrike"/>
                    </a:p>
                  </a:txBody>
                  <a:tcPr marT="91450" marB="91450" marR="91450" marL="91450">
                    <a:lnL cap="flat" cmpd="sng" w="9525">
                      <a:solidFill>
                        <a:srgbClr val="444444"/>
                      </a:solidFill>
                      <a:prstDash val="solid"/>
                      <a:round/>
                      <a:headEnd len="sm" w="sm" type="none"/>
                      <a:tailEnd len="sm" w="sm" type="none"/>
                    </a:lnL>
                    <a:lnR cap="flat" cmpd="sng" w="9525">
                      <a:solidFill>
                        <a:srgbClr val="444444"/>
                      </a:solidFill>
                      <a:prstDash val="solid"/>
                      <a:round/>
                      <a:headEnd len="sm" w="sm" type="none"/>
                      <a:tailEnd len="sm" w="sm" type="none"/>
                    </a:lnR>
                    <a:lnT cap="flat" cmpd="sng" w="9525">
                      <a:solidFill>
                        <a:srgbClr val="444444"/>
                      </a:solidFill>
                      <a:prstDash val="solid"/>
                      <a:round/>
                      <a:headEnd len="sm" w="sm" type="none"/>
                      <a:tailEnd len="sm" w="sm" type="none"/>
                    </a:lnT>
                    <a:lnB cap="flat" cmpd="sng" w="9525">
                      <a:solidFill>
                        <a:srgbClr val="444444"/>
                      </a:solidFill>
                      <a:prstDash val="solid"/>
                      <a:round/>
                      <a:headEnd len="sm" w="sm" type="none"/>
                      <a:tailEnd len="sm" w="sm" type="none"/>
                    </a:lnB>
                    <a:solidFill>
                      <a:srgbClr val="2A2A2A"/>
                    </a:solidFill>
                  </a:tcPr>
                </a:tc>
              </a:tr>
              <a:tr h="393950">
                <a:tc>
                  <a:txBody>
                    <a:bodyPr/>
                    <a:lstStyle/>
                    <a:p>
                      <a:pPr indent="0" lvl="0" marL="0" marR="0" rtl="0" algn="l">
                        <a:lnSpc>
                          <a:spcPct val="120000"/>
                        </a:lnSpc>
                        <a:spcBef>
                          <a:spcPts val="0"/>
                        </a:spcBef>
                        <a:spcAft>
                          <a:spcPts val="0"/>
                        </a:spcAft>
                        <a:buClr>
                          <a:srgbClr val="000000"/>
                        </a:buClr>
                        <a:buSzPts val="1500"/>
                        <a:buFont typeface="Arial"/>
                        <a:buNone/>
                      </a:pPr>
                      <a:r>
                        <a:rPr b="1" lang="en-US" sz="1500" u="none" cap="none" strike="noStrike">
                          <a:solidFill>
                            <a:srgbClr val="F47920"/>
                          </a:solidFill>
                          <a:latin typeface="Calibri"/>
                          <a:ea typeface="Calibri"/>
                          <a:cs typeface="Calibri"/>
                          <a:sym typeface="Calibri"/>
                        </a:rPr>
                        <a:t>Dependencias</a:t>
                      </a:r>
                      <a:endParaRPr sz="1100" u="none" cap="none" strike="noStrike"/>
                    </a:p>
                  </a:txBody>
                  <a:tcPr marT="91450" marB="91450" marR="91450" marL="91450">
                    <a:lnL cap="flat" cmpd="sng" w="9525">
                      <a:solidFill>
                        <a:srgbClr val="444444"/>
                      </a:solidFill>
                      <a:prstDash val="solid"/>
                      <a:round/>
                      <a:headEnd len="sm" w="sm" type="none"/>
                      <a:tailEnd len="sm" w="sm" type="none"/>
                    </a:lnL>
                    <a:lnR cap="flat" cmpd="sng" w="9525">
                      <a:solidFill>
                        <a:srgbClr val="444444"/>
                      </a:solidFill>
                      <a:prstDash val="solid"/>
                      <a:round/>
                      <a:headEnd len="sm" w="sm" type="none"/>
                      <a:tailEnd len="sm" w="sm" type="none"/>
                    </a:lnR>
                    <a:lnT cap="flat" cmpd="sng" w="9525">
                      <a:solidFill>
                        <a:srgbClr val="444444"/>
                      </a:solidFill>
                      <a:prstDash val="solid"/>
                      <a:round/>
                      <a:headEnd len="sm" w="sm" type="none"/>
                      <a:tailEnd len="sm" w="sm" type="none"/>
                    </a:lnT>
                    <a:lnB cap="flat" cmpd="sng" w="9525">
                      <a:solidFill>
                        <a:srgbClr val="444444"/>
                      </a:solidFill>
                      <a:prstDash val="solid"/>
                      <a:round/>
                      <a:headEnd len="sm" w="sm" type="none"/>
                      <a:tailEnd len="sm" w="sm" type="none"/>
                    </a:lnB>
                    <a:solidFill>
                      <a:srgbClr val="2E2E2E"/>
                    </a:solidFill>
                  </a:tcPr>
                </a:tc>
                <a:tc>
                  <a:txBody>
                    <a:bodyPr/>
                    <a:lstStyle/>
                    <a:p>
                      <a:pPr indent="0" lvl="0" marL="0" marR="0" rtl="0" algn="l">
                        <a:lnSpc>
                          <a:spcPct val="120000"/>
                        </a:lnSpc>
                        <a:spcBef>
                          <a:spcPts val="0"/>
                        </a:spcBef>
                        <a:spcAft>
                          <a:spcPts val="0"/>
                        </a:spcAft>
                        <a:buClr>
                          <a:srgbClr val="000000"/>
                        </a:buClr>
                        <a:buSzPts val="1300"/>
                        <a:buFont typeface="Arial"/>
                        <a:buNone/>
                      </a:pPr>
                      <a:r>
                        <a:rPr lang="en-US" sz="1300">
                          <a:solidFill>
                            <a:srgbClr val="D1D5DB"/>
                          </a:solidFill>
                          <a:latin typeface="Calibri"/>
                          <a:ea typeface="Calibri"/>
                          <a:cs typeface="Calibri"/>
                          <a:sym typeface="Calibri"/>
                        </a:rPr>
                        <a:t>UR 3.3</a:t>
                      </a:r>
                      <a:endParaRPr sz="1100" u="none" cap="none" strike="noStrike"/>
                    </a:p>
                  </a:txBody>
                  <a:tcPr marT="91450" marB="91450" marR="91450" marL="91450">
                    <a:lnL cap="flat" cmpd="sng" w="9525">
                      <a:solidFill>
                        <a:srgbClr val="444444"/>
                      </a:solidFill>
                      <a:prstDash val="solid"/>
                      <a:round/>
                      <a:headEnd len="sm" w="sm" type="none"/>
                      <a:tailEnd len="sm" w="sm" type="none"/>
                    </a:lnL>
                    <a:lnR cap="flat" cmpd="sng" w="9525">
                      <a:solidFill>
                        <a:srgbClr val="444444"/>
                      </a:solidFill>
                      <a:prstDash val="solid"/>
                      <a:round/>
                      <a:headEnd len="sm" w="sm" type="none"/>
                      <a:tailEnd len="sm" w="sm" type="none"/>
                    </a:lnR>
                    <a:lnT cap="flat" cmpd="sng" w="9525">
                      <a:solidFill>
                        <a:srgbClr val="444444"/>
                      </a:solidFill>
                      <a:prstDash val="solid"/>
                      <a:round/>
                      <a:headEnd len="sm" w="sm" type="none"/>
                      <a:tailEnd len="sm" w="sm" type="none"/>
                    </a:lnT>
                    <a:lnB cap="flat" cmpd="sng" w="9525">
                      <a:solidFill>
                        <a:srgbClr val="444444"/>
                      </a:solidFill>
                      <a:prstDash val="solid"/>
                      <a:round/>
                      <a:headEnd len="sm" w="sm" type="none"/>
                      <a:tailEnd len="sm" w="sm" type="none"/>
                    </a:lnB>
                    <a:solidFill>
                      <a:srgbClr val="2A2A2A"/>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A1A"/>
        </a:solidFill>
      </p:bgPr>
    </p:bg>
    <p:spTree>
      <p:nvGrpSpPr>
        <p:cNvPr id="258" name="Shape 258"/>
        <p:cNvGrpSpPr/>
        <p:nvPr/>
      </p:nvGrpSpPr>
      <p:grpSpPr>
        <a:xfrm>
          <a:off x="0" y="0"/>
          <a:ext cx="0" cy="0"/>
          <a:chOff x="0" y="0"/>
          <a:chExt cx="0" cy="0"/>
        </a:xfrm>
      </p:grpSpPr>
      <p:sp>
        <p:nvSpPr>
          <p:cNvPr id="259" name="Google Shape;259;g3fa7cadc116_1_26"/>
          <p:cNvSpPr/>
          <p:nvPr/>
        </p:nvSpPr>
        <p:spPr>
          <a:xfrm>
            <a:off x="-12697" y="-12697"/>
            <a:ext cx="244888" cy="10312433"/>
          </a:xfrm>
          <a:custGeom>
            <a:rect b="b" l="l" r="r" t="t"/>
            <a:pathLst>
              <a:path extrusionOk="0" h="13749910" w="326517">
                <a:moveTo>
                  <a:pt x="0" y="0"/>
                </a:moveTo>
                <a:lnTo>
                  <a:pt x="326517" y="0"/>
                </a:lnTo>
                <a:lnTo>
                  <a:pt x="326517" y="13749910"/>
                </a:lnTo>
                <a:lnTo>
                  <a:pt x="0" y="13749910"/>
                </a:lnTo>
                <a:close/>
              </a:path>
            </a:pathLst>
          </a:custGeom>
          <a:solidFill>
            <a:srgbClr val="F47920"/>
          </a:solidFill>
          <a:ln cap="sq" cmpd="sng" w="25400">
            <a:solidFill>
              <a:srgbClr val="F47920"/>
            </a:solidFill>
            <a:prstDash val="solid"/>
            <a:miter lim="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 name="Google Shape;260;g3fa7cadc116_1_26"/>
          <p:cNvSpPr/>
          <p:nvPr/>
        </p:nvSpPr>
        <p:spPr>
          <a:xfrm>
            <a:off x="206759" y="-12697"/>
            <a:ext cx="18093976" cy="135160"/>
          </a:xfrm>
          <a:custGeom>
            <a:rect b="b" l="l" r="r" t="t"/>
            <a:pathLst>
              <a:path extrusionOk="0" h="180213" w="24125301">
                <a:moveTo>
                  <a:pt x="0" y="0"/>
                </a:moveTo>
                <a:lnTo>
                  <a:pt x="24125301" y="0"/>
                </a:lnTo>
                <a:lnTo>
                  <a:pt x="24125301" y="180213"/>
                </a:lnTo>
                <a:lnTo>
                  <a:pt x="0" y="180213"/>
                </a:lnTo>
                <a:close/>
              </a:path>
            </a:pathLst>
          </a:custGeom>
          <a:solidFill>
            <a:srgbClr val="F47920"/>
          </a:solidFill>
          <a:ln cap="sq" cmpd="sng" w="25400">
            <a:solidFill>
              <a:srgbClr val="F47920"/>
            </a:solidFill>
            <a:prstDash val="solid"/>
            <a:miter lim="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61" name="Google Shape;261;g3fa7cadc116_1_26"/>
          <p:cNvGrpSpPr/>
          <p:nvPr/>
        </p:nvGrpSpPr>
        <p:grpSpPr>
          <a:xfrm>
            <a:off x="640080" y="65284"/>
            <a:ext cx="17493301" cy="1062990"/>
            <a:chOff x="0" y="-76200"/>
            <a:chExt cx="23324401" cy="1417320"/>
          </a:xfrm>
        </p:grpSpPr>
        <p:sp>
          <p:nvSpPr>
            <p:cNvPr id="262" name="Google Shape;262;g3fa7cadc116_1_26"/>
            <p:cNvSpPr/>
            <p:nvPr/>
          </p:nvSpPr>
          <p:spPr>
            <a:xfrm>
              <a:off x="0" y="0"/>
              <a:ext cx="23324401" cy="1341120"/>
            </a:xfrm>
            <a:custGeom>
              <a:rect b="b" l="l" r="r" t="t"/>
              <a:pathLst>
                <a:path extrusionOk="0" h="1341120" w="23324401">
                  <a:moveTo>
                    <a:pt x="0" y="0"/>
                  </a:moveTo>
                  <a:lnTo>
                    <a:pt x="23324401" y="0"/>
                  </a:lnTo>
                  <a:lnTo>
                    <a:pt x="23324401" y="1341120"/>
                  </a:lnTo>
                  <a:lnTo>
                    <a:pt x="0" y="1341120"/>
                  </a:lnTo>
                  <a:close/>
                </a:path>
              </a:pathLst>
            </a:custGeom>
            <a:blipFill rotWithShape="1">
              <a:blip r:embed="rId3">
                <a:alphaModFix amt="0"/>
              </a:blip>
              <a:stretch>
                <a:fillRect b="-279461" l="0" r="2770" t="-279474"/>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 name="Google Shape;263;g3fa7cadc116_1_26"/>
            <p:cNvSpPr txBox="1"/>
            <p:nvPr/>
          </p:nvSpPr>
          <p:spPr>
            <a:xfrm>
              <a:off x="0" y="-76200"/>
              <a:ext cx="23324400" cy="14172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00000"/>
                </a:buClr>
                <a:buSzPts val="4400"/>
                <a:buFont typeface="Arial"/>
                <a:buNone/>
              </a:pPr>
              <a:r>
                <a:rPr b="1" i="0" lang="en-US" sz="4400" u="none" cap="none" strike="noStrike">
                  <a:solidFill>
                    <a:srgbClr val="FFFFFF"/>
                  </a:solidFill>
                  <a:latin typeface="Calibri"/>
                  <a:ea typeface="Calibri"/>
                  <a:cs typeface="Calibri"/>
                  <a:sym typeface="Calibri"/>
                </a:rPr>
                <a:t>Caso de Uso: CU-</a:t>
              </a:r>
              <a:r>
                <a:rPr b="1" lang="en-US" sz="4400">
                  <a:solidFill>
                    <a:srgbClr val="FFFFFF"/>
                  </a:solidFill>
                  <a:latin typeface="Calibri"/>
                  <a:ea typeface="Calibri"/>
                  <a:cs typeface="Calibri"/>
                  <a:sym typeface="Calibri"/>
                </a:rPr>
                <a:t>102</a:t>
              </a:r>
              <a:r>
                <a:rPr b="1" i="0" lang="en-US" sz="4400" u="none" cap="none" strike="noStrike">
                  <a:solidFill>
                    <a:srgbClr val="FFFFFF"/>
                  </a:solidFill>
                  <a:latin typeface="Calibri"/>
                  <a:ea typeface="Calibri"/>
                  <a:cs typeface="Calibri"/>
                  <a:sym typeface="Calibri"/>
                </a:rPr>
                <a:t> asociado al UR </a:t>
              </a:r>
              <a:r>
                <a:rPr b="1" lang="en-US" sz="4400">
                  <a:solidFill>
                    <a:srgbClr val="FFFFFF"/>
                  </a:solidFill>
                  <a:latin typeface="Calibri"/>
                  <a:ea typeface="Calibri"/>
                  <a:cs typeface="Calibri"/>
                  <a:sym typeface="Calibri"/>
                </a:rPr>
                <a:t>11.4</a:t>
              </a:r>
              <a:endParaRPr b="0" i="0" sz="1400" u="none" cap="none" strike="noStrike">
                <a:solidFill>
                  <a:srgbClr val="000000"/>
                </a:solidFill>
                <a:latin typeface="Arial"/>
                <a:ea typeface="Arial"/>
                <a:cs typeface="Arial"/>
                <a:sym typeface="Arial"/>
              </a:endParaRPr>
            </a:p>
          </p:txBody>
        </p:sp>
      </p:grpSp>
      <p:grpSp>
        <p:nvGrpSpPr>
          <p:cNvPr id="264" name="Google Shape;264;g3fa7cadc116_1_26"/>
          <p:cNvGrpSpPr/>
          <p:nvPr/>
        </p:nvGrpSpPr>
        <p:grpSpPr>
          <a:xfrm>
            <a:off x="640080" y="9755505"/>
            <a:ext cx="17007840" cy="430911"/>
            <a:chOff x="0" y="-38100"/>
            <a:chExt cx="22677120" cy="574548"/>
          </a:xfrm>
        </p:grpSpPr>
        <p:sp>
          <p:nvSpPr>
            <p:cNvPr id="265" name="Google Shape;265;g3fa7cadc116_1_26"/>
            <p:cNvSpPr/>
            <p:nvPr/>
          </p:nvSpPr>
          <p:spPr>
            <a:xfrm>
              <a:off x="0" y="0"/>
              <a:ext cx="22677120" cy="536448"/>
            </a:xfrm>
            <a:custGeom>
              <a:rect b="b" l="l" r="r" t="t"/>
              <a:pathLst>
                <a:path extrusionOk="0" h="536448" w="22677120">
                  <a:moveTo>
                    <a:pt x="0" y="0"/>
                  </a:moveTo>
                  <a:lnTo>
                    <a:pt x="22677120" y="0"/>
                  </a:lnTo>
                  <a:lnTo>
                    <a:pt x="22677120" y="536448"/>
                  </a:lnTo>
                  <a:lnTo>
                    <a:pt x="0" y="536448"/>
                  </a:lnTo>
                  <a:close/>
                </a:path>
              </a:pathLst>
            </a:custGeom>
            <a:blipFill rotWithShape="1">
              <a:blip r:embed="rId3">
                <a:alphaModFix amt="0"/>
              </a:blip>
              <a:stretch>
                <a:fillRect b="-773724" l="0" r="0" t="-773724"/>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 name="Google Shape;266;g3fa7cadc116_1_26"/>
            <p:cNvSpPr txBox="1"/>
            <p:nvPr/>
          </p:nvSpPr>
          <p:spPr>
            <a:xfrm>
              <a:off x="0" y="-38100"/>
              <a:ext cx="22677000" cy="5745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00000"/>
                </a:buClr>
                <a:buSzPts val="1800"/>
                <a:buFont typeface="Arial"/>
                <a:buNone/>
              </a:pPr>
              <a:r>
                <a:rPr b="0" i="0" lang="en-US" sz="1800" u="none" cap="none" strike="noStrike">
                  <a:solidFill>
                    <a:srgbClr val="9CA3AF"/>
                  </a:solidFill>
                  <a:latin typeface="Calibri"/>
                  <a:ea typeface="Calibri"/>
                  <a:cs typeface="Calibri"/>
                  <a:sym typeface="Calibri"/>
                </a:rPr>
                <a:t>Puertas Blindadas · Ingeniería de Software II · 2026</a:t>
              </a:r>
              <a:endParaRPr b="0" i="0" sz="1400" u="none" cap="none" strike="noStrike">
                <a:solidFill>
                  <a:srgbClr val="000000"/>
                </a:solidFill>
                <a:latin typeface="Arial"/>
                <a:ea typeface="Arial"/>
                <a:cs typeface="Arial"/>
                <a:sym typeface="Arial"/>
              </a:endParaRPr>
            </a:p>
          </p:txBody>
        </p:sp>
      </p:grpSp>
      <p:graphicFrame>
        <p:nvGraphicFramePr>
          <p:cNvPr id="267" name="Google Shape;267;g3fa7cadc116_1_26"/>
          <p:cNvGraphicFramePr/>
          <p:nvPr/>
        </p:nvGraphicFramePr>
        <p:xfrm>
          <a:off x="5504178" y="1479795"/>
          <a:ext cx="3000000" cy="3000000"/>
        </p:xfrm>
        <a:graphic>
          <a:graphicData uri="http://schemas.openxmlformats.org/drawingml/2006/table">
            <a:tbl>
              <a:tblPr>
                <a:noFill/>
                <a:tableStyleId>{E4467418-6F49-4301-BA5E-2CCCE1B5B76F}</a:tableStyleId>
              </a:tblPr>
              <a:tblGrid>
                <a:gridCol w="1628950"/>
                <a:gridCol w="7225900"/>
              </a:tblGrid>
              <a:tr h="607600">
                <a:tc>
                  <a:txBody>
                    <a:bodyPr/>
                    <a:lstStyle/>
                    <a:p>
                      <a:pPr indent="0" lvl="0" marL="0" marR="0" rtl="0" algn="l">
                        <a:lnSpc>
                          <a:spcPct val="120000"/>
                        </a:lnSpc>
                        <a:spcBef>
                          <a:spcPts val="0"/>
                        </a:spcBef>
                        <a:spcAft>
                          <a:spcPts val="0"/>
                        </a:spcAft>
                        <a:buClr>
                          <a:srgbClr val="000000"/>
                        </a:buClr>
                        <a:buSzPts val="1500"/>
                        <a:buFont typeface="Arial"/>
                        <a:buNone/>
                      </a:pPr>
                      <a:r>
                        <a:rPr b="1" lang="en-US" sz="1500" u="none" cap="none" strike="noStrike">
                          <a:solidFill>
                            <a:srgbClr val="FFFFFF"/>
                          </a:solidFill>
                          <a:latin typeface="Calibri"/>
                          <a:ea typeface="Calibri"/>
                          <a:cs typeface="Calibri"/>
                          <a:sym typeface="Calibri"/>
                        </a:rPr>
                        <a:t>Campo</a:t>
                      </a:r>
                      <a:endParaRPr sz="1100" u="none" cap="none" strike="noStrike"/>
                    </a:p>
                  </a:txBody>
                  <a:tcPr marT="91450" marB="91450" marR="91450" marL="91450">
                    <a:lnL cap="flat" cmpd="sng" w="9525">
                      <a:solidFill>
                        <a:srgbClr val="444444"/>
                      </a:solidFill>
                      <a:prstDash val="solid"/>
                      <a:round/>
                      <a:headEnd len="sm" w="sm" type="none"/>
                      <a:tailEnd len="sm" w="sm" type="none"/>
                    </a:lnL>
                    <a:lnR cap="flat" cmpd="sng" w="9525">
                      <a:solidFill>
                        <a:srgbClr val="444444"/>
                      </a:solidFill>
                      <a:prstDash val="solid"/>
                      <a:round/>
                      <a:headEnd len="sm" w="sm" type="none"/>
                      <a:tailEnd len="sm" w="sm" type="none"/>
                    </a:lnR>
                    <a:lnT cap="flat" cmpd="sng" w="9525">
                      <a:solidFill>
                        <a:srgbClr val="444444"/>
                      </a:solidFill>
                      <a:prstDash val="solid"/>
                      <a:round/>
                      <a:headEnd len="sm" w="sm" type="none"/>
                      <a:tailEnd len="sm" w="sm" type="none"/>
                    </a:lnT>
                    <a:lnB cap="flat" cmpd="sng" w="9525">
                      <a:solidFill>
                        <a:srgbClr val="444444"/>
                      </a:solidFill>
                      <a:prstDash val="solid"/>
                      <a:round/>
                      <a:headEnd len="sm" w="sm" type="none"/>
                      <a:tailEnd len="sm" w="sm" type="none"/>
                    </a:lnB>
                    <a:solidFill>
                      <a:srgbClr val="F47920"/>
                    </a:solidFill>
                  </a:tcPr>
                </a:tc>
                <a:tc>
                  <a:txBody>
                    <a:bodyPr/>
                    <a:lstStyle/>
                    <a:p>
                      <a:pPr indent="0" lvl="0" marL="0" marR="0" rtl="0" algn="l">
                        <a:lnSpc>
                          <a:spcPct val="120000"/>
                        </a:lnSpc>
                        <a:spcBef>
                          <a:spcPts val="0"/>
                        </a:spcBef>
                        <a:spcAft>
                          <a:spcPts val="0"/>
                        </a:spcAft>
                        <a:buClr>
                          <a:srgbClr val="000000"/>
                        </a:buClr>
                        <a:buSzPts val="1500"/>
                        <a:buFont typeface="Arial"/>
                        <a:buNone/>
                      </a:pPr>
                      <a:r>
                        <a:rPr b="1" lang="en-US" sz="1500" u="none" cap="none" strike="noStrike">
                          <a:solidFill>
                            <a:srgbClr val="FFFFFF"/>
                          </a:solidFill>
                          <a:latin typeface="Calibri"/>
                          <a:ea typeface="Calibri"/>
                          <a:cs typeface="Calibri"/>
                          <a:sym typeface="Calibri"/>
                        </a:rPr>
                        <a:t>Descripción</a:t>
                      </a:r>
                      <a:endParaRPr sz="1100" u="none" cap="none" strike="noStrike"/>
                    </a:p>
                  </a:txBody>
                  <a:tcPr marT="91450" marB="91450" marR="91450" marL="91450">
                    <a:lnL cap="flat" cmpd="sng" w="9525">
                      <a:solidFill>
                        <a:srgbClr val="444444"/>
                      </a:solidFill>
                      <a:prstDash val="solid"/>
                      <a:round/>
                      <a:headEnd len="sm" w="sm" type="none"/>
                      <a:tailEnd len="sm" w="sm" type="none"/>
                    </a:lnL>
                    <a:lnR cap="flat" cmpd="sng" w="9525">
                      <a:solidFill>
                        <a:srgbClr val="444444"/>
                      </a:solidFill>
                      <a:prstDash val="solid"/>
                      <a:round/>
                      <a:headEnd len="sm" w="sm" type="none"/>
                      <a:tailEnd len="sm" w="sm" type="none"/>
                    </a:lnR>
                    <a:lnT cap="flat" cmpd="sng" w="9525">
                      <a:solidFill>
                        <a:srgbClr val="444444"/>
                      </a:solidFill>
                      <a:prstDash val="solid"/>
                      <a:round/>
                      <a:headEnd len="sm" w="sm" type="none"/>
                      <a:tailEnd len="sm" w="sm" type="none"/>
                    </a:lnT>
                    <a:lnB cap="flat" cmpd="sng" w="9525">
                      <a:solidFill>
                        <a:srgbClr val="444444"/>
                      </a:solidFill>
                      <a:prstDash val="solid"/>
                      <a:round/>
                      <a:headEnd len="sm" w="sm" type="none"/>
                      <a:tailEnd len="sm" w="sm" type="none"/>
                    </a:lnB>
                    <a:solidFill>
                      <a:srgbClr val="F47920"/>
                    </a:solidFill>
                  </a:tcPr>
                </a:tc>
              </a:tr>
              <a:tr h="432250">
                <a:tc>
                  <a:txBody>
                    <a:bodyPr/>
                    <a:lstStyle/>
                    <a:p>
                      <a:pPr indent="0" lvl="0" marL="0" marR="0" rtl="0" algn="l">
                        <a:lnSpc>
                          <a:spcPct val="120000"/>
                        </a:lnSpc>
                        <a:spcBef>
                          <a:spcPts val="0"/>
                        </a:spcBef>
                        <a:spcAft>
                          <a:spcPts val="0"/>
                        </a:spcAft>
                        <a:buClr>
                          <a:srgbClr val="000000"/>
                        </a:buClr>
                        <a:buSzPts val="1500"/>
                        <a:buFont typeface="Arial"/>
                        <a:buNone/>
                      </a:pPr>
                      <a:r>
                        <a:rPr b="1" lang="en-US" sz="1500" u="none" cap="none" strike="noStrike">
                          <a:solidFill>
                            <a:srgbClr val="F47920"/>
                          </a:solidFill>
                          <a:latin typeface="Calibri"/>
                          <a:ea typeface="Calibri"/>
                          <a:cs typeface="Calibri"/>
                          <a:sym typeface="Calibri"/>
                        </a:rPr>
                        <a:t>Nombre</a:t>
                      </a:r>
                      <a:endParaRPr sz="1100" u="none" cap="none" strike="noStrike"/>
                    </a:p>
                  </a:txBody>
                  <a:tcPr marT="91450" marB="91450" marR="91450" marL="91450">
                    <a:lnL cap="flat" cmpd="sng" w="9525">
                      <a:solidFill>
                        <a:srgbClr val="444444"/>
                      </a:solidFill>
                      <a:prstDash val="solid"/>
                      <a:round/>
                      <a:headEnd len="sm" w="sm" type="none"/>
                      <a:tailEnd len="sm" w="sm" type="none"/>
                    </a:lnL>
                    <a:lnR cap="flat" cmpd="sng" w="9525">
                      <a:solidFill>
                        <a:srgbClr val="444444"/>
                      </a:solidFill>
                      <a:prstDash val="solid"/>
                      <a:round/>
                      <a:headEnd len="sm" w="sm" type="none"/>
                      <a:tailEnd len="sm" w="sm" type="none"/>
                    </a:lnR>
                    <a:lnT cap="flat" cmpd="sng" w="9525">
                      <a:solidFill>
                        <a:srgbClr val="444444"/>
                      </a:solidFill>
                      <a:prstDash val="solid"/>
                      <a:round/>
                      <a:headEnd len="sm" w="sm" type="none"/>
                      <a:tailEnd len="sm" w="sm" type="none"/>
                    </a:lnT>
                    <a:lnB cap="flat" cmpd="sng" w="9525">
                      <a:solidFill>
                        <a:srgbClr val="444444"/>
                      </a:solidFill>
                      <a:prstDash val="solid"/>
                      <a:round/>
                      <a:headEnd len="sm" w="sm" type="none"/>
                      <a:tailEnd len="sm" w="sm" type="none"/>
                    </a:lnB>
                    <a:solidFill>
                      <a:srgbClr val="2E2E2E"/>
                    </a:solidFill>
                  </a:tcPr>
                </a:tc>
                <a:tc>
                  <a:txBody>
                    <a:bodyPr/>
                    <a:lstStyle/>
                    <a:p>
                      <a:pPr indent="0" lvl="0" marL="0" marR="0" rtl="0" algn="l">
                        <a:lnSpc>
                          <a:spcPct val="120000"/>
                        </a:lnSpc>
                        <a:spcBef>
                          <a:spcPts val="0"/>
                        </a:spcBef>
                        <a:spcAft>
                          <a:spcPts val="0"/>
                        </a:spcAft>
                        <a:buClr>
                          <a:srgbClr val="000000"/>
                        </a:buClr>
                        <a:buSzPts val="1500"/>
                        <a:buFont typeface="Arial"/>
                        <a:buNone/>
                      </a:pPr>
                      <a:r>
                        <a:rPr lang="en-US" sz="1500">
                          <a:solidFill>
                            <a:srgbClr val="D1D5DB"/>
                          </a:solidFill>
                          <a:latin typeface="Calibri"/>
                          <a:ea typeface="Calibri"/>
                          <a:cs typeface="Calibri"/>
                          <a:sym typeface="Calibri"/>
                        </a:rPr>
                        <a:t>CU-102: Definiendo insumos estándar por proceso</a:t>
                      </a:r>
                      <a:endParaRPr sz="1500" u="none" cap="none" strike="noStrike">
                        <a:solidFill>
                          <a:srgbClr val="D1D5DB"/>
                        </a:solidFill>
                        <a:latin typeface="Calibri"/>
                        <a:ea typeface="Calibri"/>
                        <a:cs typeface="Calibri"/>
                        <a:sym typeface="Calibri"/>
                      </a:endParaRPr>
                    </a:p>
                  </a:txBody>
                  <a:tcPr marT="91450" marB="91450" marR="91450" marL="91450">
                    <a:lnL cap="flat" cmpd="sng" w="9525">
                      <a:solidFill>
                        <a:srgbClr val="444444"/>
                      </a:solidFill>
                      <a:prstDash val="solid"/>
                      <a:round/>
                      <a:headEnd len="sm" w="sm" type="none"/>
                      <a:tailEnd len="sm" w="sm" type="none"/>
                    </a:lnL>
                    <a:lnR cap="flat" cmpd="sng" w="9525">
                      <a:solidFill>
                        <a:srgbClr val="444444"/>
                      </a:solidFill>
                      <a:prstDash val="solid"/>
                      <a:round/>
                      <a:headEnd len="sm" w="sm" type="none"/>
                      <a:tailEnd len="sm" w="sm" type="none"/>
                    </a:lnR>
                    <a:lnT cap="flat" cmpd="sng" w="9525">
                      <a:solidFill>
                        <a:srgbClr val="444444"/>
                      </a:solidFill>
                      <a:prstDash val="solid"/>
                      <a:round/>
                      <a:headEnd len="sm" w="sm" type="none"/>
                      <a:tailEnd len="sm" w="sm" type="none"/>
                    </a:lnT>
                    <a:lnB cap="flat" cmpd="sng" w="9525">
                      <a:solidFill>
                        <a:srgbClr val="444444"/>
                      </a:solidFill>
                      <a:prstDash val="solid"/>
                      <a:round/>
                      <a:headEnd len="sm" w="sm" type="none"/>
                      <a:tailEnd len="sm" w="sm" type="none"/>
                    </a:lnB>
                    <a:solidFill>
                      <a:srgbClr val="2A2A2A"/>
                    </a:solidFill>
                  </a:tcPr>
                </a:tc>
              </a:tr>
              <a:tr h="373800">
                <a:tc>
                  <a:txBody>
                    <a:bodyPr/>
                    <a:lstStyle/>
                    <a:p>
                      <a:pPr indent="0" lvl="0" marL="0" marR="0" rtl="0" algn="l">
                        <a:lnSpc>
                          <a:spcPct val="120000"/>
                        </a:lnSpc>
                        <a:spcBef>
                          <a:spcPts val="0"/>
                        </a:spcBef>
                        <a:spcAft>
                          <a:spcPts val="0"/>
                        </a:spcAft>
                        <a:buClr>
                          <a:srgbClr val="000000"/>
                        </a:buClr>
                        <a:buSzPts val="1500"/>
                        <a:buFont typeface="Arial"/>
                        <a:buNone/>
                      </a:pPr>
                      <a:r>
                        <a:rPr b="1" lang="en-US" sz="1500" u="none" cap="none" strike="noStrike">
                          <a:solidFill>
                            <a:srgbClr val="F47920"/>
                          </a:solidFill>
                          <a:latin typeface="Calibri"/>
                          <a:ea typeface="Calibri"/>
                          <a:cs typeface="Calibri"/>
                          <a:sym typeface="Calibri"/>
                        </a:rPr>
                        <a:t>Actor(es)</a:t>
                      </a:r>
                      <a:endParaRPr sz="1100" u="none" cap="none" strike="noStrike"/>
                    </a:p>
                  </a:txBody>
                  <a:tcPr marT="91450" marB="91450" marR="91450" marL="91450">
                    <a:lnL cap="flat" cmpd="sng" w="9525">
                      <a:solidFill>
                        <a:srgbClr val="444444"/>
                      </a:solidFill>
                      <a:prstDash val="solid"/>
                      <a:round/>
                      <a:headEnd len="sm" w="sm" type="none"/>
                      <a:tailEnd len="sm" w="sm" type="none"/>
                    </a:lnL>
                    <a:lnR cap="flat" cmpd="sng" w="9525">
                      <a:solidFill>
                        <a:srgbClr val="444444"/>
                      </a:solidFill>
                      <a:prstDash val="solid"/>
                      <a:round/>
                      <a:headEnd len="sm" w="sm" type="none"/>
                      <a:tailEnd len="sm" w="sm" type="none"/>
                    </a:lnR>
                    <a:lnT cap="flat" cmpd="sng" w="9525">
                      <a:solidFill>
                        <a:srgbClr val="444444"/>
                      </a:solidFill>
                      <a:prstDash val="solid"/>
                      <a:round/>
                      <a:headEnd len="sm" w="sm" type="none"/>
                      <a:tailEnd len="sm" w="sm" type="none"/>
                    </a:lnT>
                    <a:lnB cap="flat" cmpd="sng" w="9525">
                      <a:solidFill>
                        <a:srgbClr val="444444"/>
                      </a:solidFill>
                      <a:prstDash val="solid"/>
                      <a:round/>
                      <a:headEnd len="sm" w="sm" type="none"/>
                      <a:tailEnd len="sm" w="sm" type="none"/>
                    </a:lnB>
                    <a:solidFill>
                      <a:srgbClr val="2E2E2E"/>
                    </a:solidFill>
                  </a:tcPr>
                </a:tc>
                <a:tc>
                  <a:txBody>
                    <a:bodyPr/>
                    <a:lstStyle/>
                    <a:p>
                      <a:pPr indent="0" lvl="0" marL="0" marR="0" rtl="0" algn="l">
                        <a:lnSpc>
                          <a:spcPct val="120000"/>
                        </a:lnSpc>
                        <a:spcBef>
                          <a:spcPts val="0"/>
                        </a:spcBef>
                        <a:spcAft>
                          <a:spcPts val="0"/>
                        </a:spcAft>
                        <a:buClr>
                          <a:srgbClr val="000000"/>
                        </a:buClr>
                        <a:buSzPts val="1500"/>
                        <a:buFont typeface="Arial"/>
                        <a:buNone/>
                      </a:pPr>
                      <a:r>
                        <a:rPr lang="en-US" sz="1500" u="none" cap="none" strike="noStrike">
                          <a:solidFill>
                            <a:srgbClr val="D1D5DB"/>
                          </a:solidFill>
                          <a:latin typeface="Calibri"/>
                          <a:ea typeface="Calibri"/>
                          <a:cs typeface="Calibri"/>
                          <a:sym typeface="Calibri"/>
                        </a:rPr>
                        <a:t>Jop</a:t>
                      </a:r>
                      <a:endParaRPr sz="1100" u="none" cap="none" strike="noStrike"/>
                    </a:p>
                  </a:txBody>
                  <a:tcPr marT="91450" marB="91450" marR="91450" marL="91450">
                    <a:lnL cap="flat" cmpd="sng" w="9525">
                      <a:solidFill>
                        <a:srgbClr val="444444"/>
                      </a:solidFill>
                      <a:prstDash val="solid"/>
                      <a:round/>
                      <a:headEnd len="sm" w="sm" type="none"/>
                      <a:tailEnd len="sm" w="sm" type="none"/>
                    </a:lnL>
                    <a:lnR cap="flat" cmpd="sng" w="9525">
                      <a:solidFill>
                        <a:srgbClr val="444444"/>
                      </a:solidFill>
                      <a:prstDash val="solid"/>
                      <a:round/>
                      <a:headEnd len="sm" w="sm" type="none"/>
                      <a:tailEnd len="sm" w="sm" type="none"/>
                    </a:lnR>
                    <a:lnT cap="flat" cmpd="sng" w="9525">
                      <a:solidFill>
                        <a:srgbClr val="444444"/>
                      </a:solidFill>
                      <a:prstDash val="solid"/>
                      <a:round/>
                      <a:headEnd len="sm" w="sm" type="none"/>
                      <a:tailEnd len="sm" w="sm" type="none"/>
                    </a:lnT>
                    <a:lnB cap="flat" cmpd="sng" w="9525">
                      <a:solidFill>
                        <a:srgbClr val="444444"/>
                      </a:solidFill>
                      <a:prstDash val="solid"/>
                      <a:round/>
                      <a:headEnd len="sm" w="sm" type="none"/>
                      <a:tailEnd len="sm" w="sm" type="none"/>
                    </a:lnB>
                    <a:solidFill>
                      <a:srgbClr val="2A2A2A"/>
                    </a:solidFill>
                  </a:tcPr>
                </a:tc>
              </a:tr>
              <a:tr h="644550">
                <a:tc>
                  <a:txBody>
                    <a:bodyPr/>
                    <a:lstStyle/>
                    <a:p>
                      <a:pPr indent="0" lvl="0" marL="0" marR="0" rtl="0" algn="l">
                        <a:lnSpc>
                          <a:spcPct val="120000"/>
                        </a:lnSpc>
                        <a:spcBef>
                          <a:spcPts val="0"/>
                        </a:spcBef>
                        <a:spcAft>
                          <a:spcPts val="0"/>
                        </a:spcAft>
                        <a:buClr>
                          <a:srgbClr val="000000"/>
                        </a:buClr>
                        <a:buSzPts val="1500"/>
                        <a:buFont typeface="Arial"/>
                        <a:buNone/>
                      </a:pPr>
                      <a:r>
                        <a:rPr b="1" lang="en-US" sz="1500" u="none" cap="none" strike="noStrike">
                          <a:solidFill>
                            <a:srgbClr val="F47920"/>
                          </a:solidFill>
                          <a:latin typeface="Calibri"/>
                          <a:ea typeface="Calibri"/>
                          <a:cs typeface="Calibri"/>
                          <a:sym typeface="Calibri"/>
                        </a:rPr>
                        <a:t>Resumen</a:t>
                      </a:r>
                      <a:endParaRPr sz="1100" u="none" cap="none" strike="noStrike"/>
                    </a:p>
                  </a:txBody>
                  <a:tcPr marT="91450" marB="91450" marR="91450" marL="91450">
                    <a:lnL cap="flat" cmpd="sng" w="9525">
                      <a:solidFill>
                        <a:srgbClr val="444444"/>
                      </a:solidFill>
                      <a:prstDash val="solid"/>
                      <a:round/>
                      <a:headEnd len="sm" w="sm" type="none"/>
                      <a:tailEnd len="sm" w="sm" type="none"/>
                    </a:lnL>
                    <a:lnR cap="flat" cmpd="sng" w="9525">
                      <a:solidFill>
                        <a:srgbClr val="444444"/>
                      </a:solidFill>
                      <a:prstDash val="solid"/>
                      <a:round/>
                      <a:headEnd len="sm" w="sm" type="none"/>
                      <a:tailEnd len="sm" w="sm" type="none"/>
                    </a:lnR>
                    <a:lnT cap="flat" cmpd="sng" w="9525">
                      <a:solidFill>
                        <a:srgbClr val="444444"/>
                      </a:solidFill>
                      <a:prstDash val="solid"/>
                      <a:round/>
                      <a:headEnd len="sm" w="sm" type="none"/>
                      <a:tailEnd len="sm" w="sm" type="none"/>
                    </a:lnT>
                    <a:lnB cap="flat" cmpd="sng" w="9525">
                      <a:solidFill>
                        <a:srgbClr val="444444"/>
                      </a:solidFill>
                      <a:prstDash val="solid"/>
                      <a:round/>
                      <a:headEnd len="sm" w="sm" type="none"/>
                      <a:tailEnd len="sm" w="sm" type="none"/>
                    </a:lnB>
                    <a:solidFill>
                      <a:srgbClr val="2E2E2E"/>
                    </a:solidFill>
                  </a:tcPr>
                </a:tc>
                <a:tc>
                  <a:txBody>
                    <a:bodyPr/>
                    <a:lstStyle/>
                    <a:p>
                      <a:pPr indent="0" lvl="0" marL="0" marR="0" rtl="0" algn="l">
                        <a:lnSpc>
                          <a:spcPct val="120000"/>
                        </a:lnSpc>
                        <a:spcBef>
                          <a:spcPts val="0"/>
                        </a:spcBef>
                        <a:spcAft>
                          <a:spcPts val="0"/>
                        </a:spcAft>
                        <a:buClr>
                          <a:srgbClr val="000000"/>
                        </a:buClr>
                        <a:buSzPts val="1500"/>
                        <a:buFont typeface="Arial"/>
                        <a:buNone/>
                      </a:pPr>
                      <a:r>
                        <a:rPr lang="en-US" sz="1500">
                          <a:solidFill>
                            <a:srgbClr val="D1D5DB"/>
                          </a:solidFill>
                          <a:latin typeface="Calibri"/>
                          <a:ea typeface="Calibri"/>
                          <a:cs typeface="Calibri"/>
                          <a:sym typeface="Calibri"/>
                        </a:rPr>
                        <a:t>Permite preconfigurar los materiales base de cada área de producción para agilizar las salidas.</a:t>
                      </a:r>
                      <a:endParaRPr sz="1100" u="none" cap="none" strike="noStrike"/>
                    </a:p>
                  </a:txBody>
                  <a:tcPr marT="91450" marB="91450" marR="91450" marL="91450">
                    <a:lnL cap="flat" cmpd="sng" w="9525">
                      <a:solidFill>
                        <a:srgbClr val="444444"/>
                      </a:solidFill>
                      <a:prstDash val="solid"/>
                      <a:round/>
                      <a:headEnd len="sm" w="sm" type="none"/>
                      <a:tailEnd len="sm" w="sm" type="none"/>
                    </a:lnL>
                    <a:lnR cap="flat" cmpd="sng" w="9525">
                      <a:solidFill>
                        <a:srgbClr val="444444"/>
                      </a:solidFill>
                      <a:prstDash val="solid"/>
                      <a:round/>
                      <a:headEnd len="sm" w="sm" type="none"/>
                      <a:tailEnd len="sm" w="sm" type="none"/>
                    </a:lnR>
                    <a:lnT cap="flat" cmpd="sng" w="9525">
                      <a:solidFill>
                        <a:srgbClr val="444444"/>
                      </a:solidFill>
                      <a:prstDash val="solid"/>
                      <a:round/>
                      <a:headEnd len="sm" w="sm" type="none"/>
                      <a:tailEnd len="sm" w="sm" type="none"/>
                    </a:lnT>
                    <a:lnB cap="flat" cmpd="sng" w="9525">
                      <a:solidFill>
                        <a:srgbClr val="444444"/>
                      </a:solidFill>
                      <a:prstDash val="solid"/>
                      <a:round/>
                      <a:headEnd len="sm" w="sm" type="none"/>
                      <a:tailEnd len="sm" w="sm" type="none"/>
                    </a:lnB>
                    <a:solidFill>
                      <a:srgbClr val="2A2A2A"/>
                    </a:solidFill>
                  </a:tcPr>
                </a:tc>
              </a:tr>
              <a:tr h="359200">
                <a:tc>
                  <a:txBody>
                    <a:bodyPr/>
                    <a:lstStyle/>
                    <a:p>
                      <a:pPr indent="0" lvl="0" marL="0" marR="0" rtl="0" algn="l">
                        <a:lnSpc>
                          <a:spcPct val="120000"/>
                        </a:lnSpc>
                        <a:spcBef>
                          <a:spcPts val="0"/>
                        </a:spcBef>
                        <a:spcAft>
                          <a:spcPts val="0"/>
                        </a:spcAft>
                        <a:buClr>
                          <a:srgbClr val="000000"/>
                        </a:buClr>
                        <a:buSzPts val="1500"/>
                        <a:buFont typeface="Arial"/>
                        <a:buNone/>
                      </a:pPr>
                      <a:r>
                        <a:rPr b="1" lang="en-US" sz="1500" u="none" cap="none" strike="noStrike">
                          <a:solidFill>
                            <a:srgbClr val="F47920"/>
                          </a:solidFill>
                          <a:latin typeface="Calibri"/>
                          <a:ea typeface="Calibri"/>
                          <a:cs typeface="Calibri"/>
                          <a:sym typeface="Calibri"/>
                        </a:rPr>
                        <a:t>Frecuencia</a:t>
                      </a:r>
                      <a:endParaRPr sz="1100" u="none" cap="none" strike="noStrike"/>
                    </a:p>
                  </a:txBody>
                  <a:tcPr marT="91450" marB="91450" marR="91450" marL="91450">
                    <a:lnL cap="flat" cmpd="sng" w="9525">
                      <a:solidFill>
                        <a:srgbClr val="444444"/>
                      </a:solidFill>
                      <a:prstDash val="solid"/>
                      <a:round/>
                      <a:headEnd len="sm" w="sm" type="none"/>
                      <a:tailEnd len="sm" w="sm" type="none"/>
                    </a:lnL>
                    <a:lnR cap="flat" cmpd="sng" w="9525">
                      <a:solidFill>
                        <a:srgbClr val="444444"/>
                      </a:solidFill>
                      <a:prstDash val="solid"/>
                      <a:round/>
                      <a:headEnd len="sm" w="sm" type="none"/>
                      <a:tailEnd len="sm" w="sm" type="none"/>
                    </a:lnR>
                    <a:lnT cap="flat" cmpd="sng" w="9525">
                      <a:solidFill>
                        <a:srgbClr val="444444"/>
                      </a:solidFill>
                      <a:prstDash val="solid"/>
                      <a:round/>
                      <a:headEnd len="sm" w="sm" type="none"/>
                      <a:tailEnd len="sm" w="sm" type="none"/>
                    </a:lnT>
                    <a:lnB cap="flat" cmpd="sng" w="9525">
                      <a:solidFill>
                        <a:srgbClr val="444444"/>
                      </a:solidFill>
                      <a:prstDash val="solid"/>
                      <a:round/>
                      <a:headEnd len="sm" w="sm" type="none"/>
                      <a:tailEnd len="sm" w="sm" type="none"/>
                    </a:lnB>
                    <a:solidFill>
                      <a:srgbClr val="2E2E2E"/>
                    </a:solidFill>
                  </a:tcPr>
                </a:tc>
                <a:tc>
                  <a:txBody>
                    <a:bodyPr/>
                    <a:lstStyle/>
                    <a:p>
                      <a:pPr indent="0" lvl="0" marL="0" marR="0" rtl="0" algn="l">
                        <a:lnSpc>
                          <a:spcPct val="120000"/>
                        </a:lnSpc>
                        <a:spcBef>
                          <a:spcPts val="0"/>
                        </a:spcBef>
                        <a:spcAft>
                          <a:spcPts val="0"/>
                        </a:spcAft>
                        <a:buClr>
                          <a:srgbClr val="000000"/>
                        </a:buClr>
                        <a:buSzPts val="1500"/>
                        <a:buFont typeface="Arial"/>
                        <a:buNone/>
                      </a:pPr>
                      <a:r>
                        <a:rPr lang="en-US" sz="1500">
                          <a:solidFill>
                            <a:srgbClr val="D1D5DB"/>
                          </a:solidFill>
                          <a:latin typeface="Calibri"/>
                          <a:ea typeface="Calibri"/>
                          <a:cs typeface="Calibri"/>
                          <a:sym typeface="Calibri"/>
                        </a:rPr>
                        <a:t>Baja</a:t>
                      </a:r>
                      <a:endParaRPr sz="1100" u="none" cap="none" strike="noStrike"/>
                    </a:p>
                  </a:txBody>
                  <a:tcPr marT="91450" marB="91450" marR="91450" marL="91450">
                    <a:lnL cap="flat" cmpd="sng" w="9525">
                      <a:solidFill>
                        <a:srgbClr val="444444"/>
                      </a:solidFill>
                      <a:prstDash val="solid"/>
                      <a:round/>
                      <a:headEnd len="sm" w="sm" type="none"/>
                      <a:tailEnd len="sm" w="sm" type="none"/>
                    </a:lnL>
                    <a:lnR cap="flat" cmpd="sng" w="9525">
                      <a:solidFill>
                        <a:srgbClr val="444444"/>
                      </a:solidFill>
                      <a:prstDash val="solid"/>
                      <a:round/>
                      <a:headEnd len="sm" w="sm" type="none"/>
                      <a:tailEnd len="sm" w="sm" type="none"/>
                    </a:lnR>
                    <a:lnT cap="flat" cmpd="sng" w="9525">
                      <a:solidFill>
                        <a:srgbClr val="444444"/>
                      </a:solidFill>
                      <a:prstDash val="solid"/>
                      <a:round/>
                      <a:headEnd len="sm" w="sm" type="none"/>
                      <a:tailEnd len="sm" w="sm" type="none"/>
                    </a:lnT>
                    <a:lnB cap="flat" cmpd="sng" w="9525">
                      <a:solidFill>
                        <a:srgbClr val="444444"/>
                      </a:solidFill>
                      <a:prstDash val="solid"/>
                      <a:round/>
                      <a:headEnd len="sm" w="sm" type="none"/>
                      <a:tailEnd len="sm" w="sm" type="none"/>
                    </a:lnB>
                    <a:solidFill>
                      <a:srgbClr val="2A2A2A"/>
                    </a:solidFill>
                  </a:tcPr>
                </a:tc>
              </a:tr>
              <a:tr h="320500">
                <a:tc>
                  <a:txBody>
                    <a:bodyPr/>
                    <a:lstStyle/>
                    <a:p>
                      <a:pPr indent="0" lvl="0" marL="0" marR="0" rtl="0" algn="l">
                        <a:lnSpc>
                          <a:spcPct val="120000"/>
                        </a:lnSpc>
                        <a:spcBef>
                          <a:spcPts val="0"/>
                        </a:spcBef>
                        <a:spcAft>
                          <a:spcPts val="0"/>
                        </a:spcAft>
                        <a:buClr>
                          <a:srgbClr val="000000"/>
                        </a:buClr>
                        <a:buSzPts val="1500"/>
                        <a:buFont typeface="Arial"/>
                        <a:buNone/>
                      </a:pPr>
                      <a:r>
                        <a:rPr b="1" lang="en-US" sz="1500" u="none" cap="none" strike="noStrike">
                          <a:solidFill>
                            <a:srgbClr val="F47920"/>
                          </a:solidFill>
                          <a:latin typeface="Calibri"/>
                          <a:ea typeface="Calibri"/>
                          <a:cs typeface="Calibri"/>
                          <a:sym typeface="Calibri"/>
                        </a:rPr>
                        <a:t>Precondiciones</a:t>
                      </a:r>
                      <a:endParaRPr sz="1100" u="none" cap="none" strike="noStrike"/>
                    </a:p>
                  </a:txBody>
                  <a:tcPr marT="91450" marB="91450" marR="91450" marL="91450">
                    <a:lnL cap="flat" cmpd="sng" w="9525">
                      <a:solidFill>
                        <a:srgbClr val="444444"/>
                      </a:solidFill>
                      <a:prstDash val="solid"/>
                      <a:round/>
                      <a:headEnd len="sm" w="sm" type="none"/>
                      <a:tailEnd len="sm" w="sm" type="none"/>
                    </a:lnL>
                    <a:lnR cap="flat" cmpd="sng" w="9525">
                      <a:solidFill>
                        <a:srgbClr val="444444"/>
                      </a:solidFill>
                      <a:prstDash val="solid"/>
                      <a:round/>
                      <a:headEnd len="sm" w="sm" type="none"/>
                      <a:tailEnd len="sm" w="sm" type="none"/>
                    </a:lnR>
                    <a:lnT cap="flat" cmpd="sng" w="9525">
                      <a:solidFill>
                        <a:srgbClr val="444444"/>
                      </a:solidFill>
                      <a:prstDash val="solid"/>
                      <a:round/>
                      <a:headEnd len="sm" w="sm" type="none"/>
                      <a:tailEnd len="sm" w="sm" type="none"/>
                    </a:lnT>
                    <a:lnB cap="flat" cmpd="sng" w="9525">
                      <a:solidFill>
                        <a:srgbClr val="444444"/>
                      </a:solidFill>
                      <a:prstDash val="solid"/>
                      <a:round/>
                      <a:headEnd len="sm" w="sm" type="none"/>
                      <a:tailEnd len="sm" w="sm" type="none"/>
                    </a:lnB>
                    <a:solidFill>
                      <a:srgbClr val="2E2E2E"/>
                    </a:solidFill>
                  </a:tcPr>
                </a:tc>
                <a:tc>
                  <a:txBody>
                    <a:bodyPr/>
                    <a:lstStyle/>
                    <a:p>
                      <a:pPr indent="0" lvl="0" marL="0" marR="0" rtl="0" algn="l">
                        <a:lnSpc>
                          <a:spcPct val="120000"/>
                        </a:lnSpc>
                        <a:spcBef>
                          <a:spcPts val="0"/>
                        </a:spcBef>
                        <a:spcAft>
                          <a:spcPts val="0"/>
                        </a:spcAft>
                        <a:buClr>
                          <a:srgbClr val="000000"/>
                        </a:buClr>
                        <a:buSzPts val="1500"/>
                        <a:buFont typeface="Arial"/>
                        <a:buNone/>
                      </a:pPr>
                      <a:r>
                        <a:rPr lang="en-US" sz="1500">
                          <a:solidFill>
                            <a:srgbClr val="D1D5DB"/>
                          </a:solidFill>
                          <a:latin typeface="Calibri"/>
                          <a:ea typeface="Calibri"/>
                          <a:cs typeface="Calibri"/>
                          <a:sym typeface="Calibri"/>
                        </a:rPr>
                        <a:t>El usuario se encuentra autenticado con acceso al módulo de gestión de procesos.</a:t>
                      </a:r>
                      <a:endParaRPr sz="1100" u="none" cap="none" strike="noStrike"/>
                    </a:p>
                  </a:txBody>
                  <a:tcPr marT="91450" marB="91450" marR="91450" marL="91450">
                    <a:lnL cap="flat" cmpd="sng" w="9525">
                      <a:solidFill>
                        <a:srgbClr val="444444"/>
                      </a:solidFill>
                      <a:prstDash val="solid"/>
                      <a:round/>
                      <a:headEnd len="sm" w="sm" type="none"/>
                      <a:tailEnd len="sm" w="sm" type="none"/>
                    </a:lnL>
                    <a:lnR cap="flat" cmpd="sng" w="9525">
                      <a:solidFill>
                        <a:srgbClr val="444444"/>
                      </a:solidFill>
                      <a:prstDash val="solid"/>
                      <a:round/>
                      <a:headEnd len="sm" w="sm" type="none"/>
                      <a:tailEnd len="sm" w="sm" type="none"/>
                    </a:lnR>
                    <a:lnT cap="flat" cmpd="sng" w="9525">
                      <a:solidFill>
                        <a:srgbClr val="444444"/>
                      </a:solidFill>
                      <a:prstDash val="solid"/>
                      <a:round/>
                      <a:headEnd len="sm" w="sm" type="none"/>
                      <a:tailEnd len="sm" w="sm" type="none"/>
                    </a:lnT>
                    <a:lnB cap="flat" cmpd="sng" w="9525">
                      <a:solidFill>
                        <a:srgbClr val="444444"/>
                      </a:solidFill>
                      <a:prstDash val="solid"/>
                      <a:round/>
                      <a:headEnd len="sm" w="sm" type="none"/>
                      <a:tailEnd len="sm" w="sm" type="none"/>
                    </a:lnB>
                    <a:solidFill>
                      <a:srgbClr val="2A2A2A"/>
                    </a:solidFill>
                  </a:tcPr>
                </a:tc>
              </a:tr>
              <a:tr h="1236750">
                <a:tc>
                  <a:txBody>
                    <a:bodyPr/>
                    <a:lstStyle/>
                    <a:p>
                      <a:pPr indent="0" lvl="0" marL="0" marR="0" rtl="0" algn="l">
                        <a:lnSpc>
                          <a:spcPct val="120000"/>
                        </a:lnSpc>
                        <a:spcBef>
                          <a:spcPts val="0"/>
                        </a:spcBef>
                        <a:spcAft>
                          <a:spcPts val="0"/>
                        </a:spcAft>
                        <a:buClr>
                          <a:srgbClr val="000000"/>
                        </a:buClr>
                        <a:buSzPts val="1500"/>
                        <a:buFont typeface="Arial"/>
                        <a:buNone/>
                      </a:pPr>
                      <a:r>
                        <a:rPr b="1" lang="en-US" sz="1500" u="none" cap="none" strike="noStrike">
                          <a:solidFill>
                            <a:srgbClr val="F47920"/>
                          </a:solidFill>
                          <a:latin typeface="Calibri"/>
                          <a:ea typeface="Calibri"/>
                          <a:cs typeface="Calibri"/>
                          <a:sym typeface="Calibri"/>
                        </a:rPr>
                        <a:t>Descripción</a:t>
                      </a:r>
                      <a:endParaRPr sz="1100" u="none" cap="none" strike="noStrike"/>
                    </a:p>
                  </a:txBody>
                  <a:tcPr marT="91450" marB="91450" marR="91450" marL="91450">
                    <a:lnL cap="flat" cmpd="sng" w="9525">
                      <a:solidFill>
                        <a:srgbClr val="444444"/>
                      </a:solidFill>
                      <a:prstDash val="solid"/>
                      <a:round/>
                      <a:headEnd len="sm" w="sm" type="none"/>
                      <a:tailEnd len="sm" w="sm" type="none"/>
                    </a:lnL>
                    <a:lnR cap="flat" cmpd="sng" w="9525">
                      <a:solidFill>
                        <a:srgbClr val="444444"/>
                      </a:solidFill>
                      <a:prstDash val="solid"/>
                      <a:round/>
                      <a:headEnd len="sm" w="sm" type="none"/>
                      <a:tailEnd len="sm" w="sm" type="none"/>
                    </a:lnR>
                    <a:lnT cap="flat" cmpd="sng" w="9525">
                      <a:solidFill>
                        <a:srgbClr val="444444"/>
                      </a:solidFill>
                      <a:prstDash val="solid"/>
                      <a:round/>
                      <a:headEnd len="sm" w="sm" type="none"/>
                      <a:tailEnd len="sm" w="sm" type="none"/>
                    </a:lnT>
                    <a:lnB cap="flat" cmpd="sng" w="9525">
                      <a:solidFill>
                        <a:srgbClr val="444444"/>
                      </a:solidFill>
                      <a:prstDash val="solid"/>
                      <a:round/>
                      <a:headEnd len="sm" w="sm" type="none"/>
                      <a:tailEnd len="sm" w="sm" type="none"/>
                    </a:lnB>
                    <a:solidFill>
                      <a:srgbClr val="2E2E2E"/>
                    </a:solidFill>
                  </a:tcPr>
                </a:tc>
                <a:tc>
                  <a:txBody>
                    <a:bodyPr/>
                    <a:lstStyle/>
                    <a:p>
                      <a:pPr indent="0" lvl="0" marL="0" marR="0" rtl="0" algn="l">
                        <a:lnSpc>
                          <a:spcPct val="120000"/>
                        </a:lnSpc>
                        <a:spcBef>
                          <a:spcPts val="0"/>
                        </a:spcBef>
                        <a:spcAft>
                          <a:spcPts val="0"/>
                        </a:spcAft>
                        <a:buClr>
                          <a:srgbClr val="000000"/>
                        </a:buClr>
                        <a:buSzPts val="1500"/>
                        <a:buFont typeface="Arial"/>
                        <a:buNone/>
                      </a:pPr>
                      <a:r>
                        <a:rPr lang="en-US" sz="1500">
                          <a:solidFill>
                            <a:srgbClr val="D1D5DB"/>
                          </a:solidFill>
                          <a:latin typeface="Calibri"/>
                          <a:ea typeface="Calibri"/>
                          <a:cs typeface="Calibri"/>
                          <a:sym typeface="Calibri"/>
                        </a:rPr>
                        <a:t>El usuario selecciona el área de producción entre Soldadura, Carpintería y Pintura. El sistema verifica si ya existe una plantilla vigente para ese proceso [Excepción 2]. El sistema muestra la plantilla actual o un formulario vacío si no existe. El usuario añade productos estándar indicando por cada uno el SKU, la cantidad estándar por unidad de producto terminado y la unidad de medida. El sistema valida que cada SKU exista en el catálogo y que el producto esté activo [Excepción 1]. El sistema valida que la cantidad estándar sea mayor a cero [Excepción 3]. El usuario confirma la plantilla. El sistema guarda la plantilla asociada al proceso y confirma la operación.</a:t>
                      </a:r>
                      <a:endParaRPr sz="1100" u="none" cap="none" strike="noStrike"/>
                    </a:p>
                  </a:txBody>
                  <a:tcPr marT="91450" marB="91450" marR="91450" marL="91450">
                    <a:lnL cap="flat" cmpd="sng" w="9525">
                      <a:solidFill>
                        <a:srgbClr val="444444"/>
                      </a:solidFill>
                      <a:prstDash val="solid"/>
                      <a:round/>
                      <a:headEnd len="sm" w="sm" type="none"/>
                      <a:tailEnd len="sm" w="sm" type="none"/>
                    </a:lnL>
                    <a:lnR cap="flat" cmpd="sng" w="9525">
                      <a:solidFill>
                        <a:srgbClr val="444444"/>
                      </a:solidFill>
                      <a:prstDash val="solid"/>
                      <a:round/>
                      <a:headEnd len="sm" w="sm" type="none"/>
                      <a:tailEnd len="sm" w="sm" type="none"/>
                    </a:lnR>
                    <a:lnT cap="flat" cmpd="sng" w="9525">
                      <a:solidFill>
                        <a:srgbClr val="444444"/>
                      </a:solidFill>
                      <a:prstDash val="solid"/>
                      <a:round/>
                      <a:headEnd len="sm" w="sm" type="none"/>
                      <a:tailEnd len="sm" w="sm" type="none"/>
                    </a:lnT>
                    <a:lnB cap="flat" cmpd="sng" w="9525">
                      <a:solidFill>
                        <a:srgbClr val="444444"/>
                      </a:solidFill>
                      <a:prstDash val="solid"/>
                      <a:round/>
                      <a:headEnd len="sm" w="sm" type="none"/>
                      <a:tailEnd len="sm" w="sm" type="none"/>
                    </a:lnB>
                    <a:solidFill>
                      <a:srgbClr val="2A2A2A"/>
                    </a:solidFill>
                  </a:tcPr>
                </a:tc>
              </a:tr>
              <a:tr h="1925900">
                <a:tc>
                  <a:txBody>
                    <a:bodyPr/>
                    <a:lstStyle/>
                    <a:p>
                      <a:pPr indent="0" lvl="0" marL="0" marR="0" rtl="0" algn="l">
                        <a:lnSpc>
                          <a:spcPct val="120000"/>
                        </a:lnSpc>
                        <a:spcBef>
                          <a:spcPts val="0"/>
                        </a:spcBef>
                        <a:spcAft>
                          <a:spcPts val="0"/>
                        </a:spcAft>
                        <a:buClr>
                          <a:srgbClr val="000000"/>
                        </a:buClr>
                        <a:buSzPts val="1500"/>
                        <a:buFont typeface="Arial"/>
                        <a:buNone/>
                      </a:pPr>
                      <a:r>
                        <a:rPr b="1" lang="en-US" sz="1500" u="none" cap="none" strike="noStrike">
                          <a:solidFill>
                            <a:srgbClr val="F47920"/>
                          </a:solidFill>
                          <a:latin typeface="Calibri"/>
                          <a:ea typeface="Calibri"/>
                          <a:cs typeface="Calibri"/>
                          <a:sym typeface="Calibri"/>
                        </a:rPr>
                        <a:t>Excepciones</a:t>
                      </a:r>
                      <a:endParaRPr sz="1100" u="none" cap="none" strike="noStrike"/>
                    </a:p>
                  </a:txBody>
                  <a:tcPr marT="91450" marB="91450" marR="91450" marL="91450">
                    <a:lnL cap="flat" cmpd="sng" w="9525">
                      <a:solidFill>
                        <a:srgbClr val="444444"/>
                      </a:solidFill>
                      <a:prstDash val="solid"/>
                      <a:round/>
                      <a:headEnd len="sm" w="sm" type="none"/>
                      <a:tailEnd len="sm" w="sm" type="none"/>
                    </a:lnL>
                    <a:lnR cap="flat" cmpd="sng" w="9525">
                      <a:solidFill>
                        <a:srgbClr val="444444"/>
                      </a:solidFill>
                      <a:prstDash val="solid"/>
                      <a:round/>
                      <a:headEnd len="sm" w="sm" type="none"/>
                      <a:tailEnd len="sm" w="sm" type="none"/>
                    </a:lnR>
                    <a:lnT cap="flat" cmpd="sng" w="9525">
                      <a:solidFill>
                        <a:srgbClr val="444444"/>
                      </a:solidFill>
                      <a:prstDash val="solid"/>
                      <a:round/>
                      <a:headEnd len="sm" w="sm" type="none"/>
                      <a:tailEnd len="sm" w="sm" type="none"/>
                    </a:lnT>
                    <a:lnB cap="flat" cmpd="sng" w="9525">
                      <a:solidFill>
                        <a:srgbClr val="444444"/>
                      </a:solidFill>
                      <a:prstDash val="solid"/>
                      <a:round/>
                      <a:headEnd len="sm" w="sm" type="none"/>
                      <a:tailEnd len="sm" w="sm" type="none"/>
                    </a:lnB>
                    <a:solidFill>
                      <a:srgbClr val="2E2E2E"/>
                    </a:solidFill>
                  </a:tcPr>
                </a:tc>
                <a:tc>
                  <a:txBody>
                    <a:bodyPr/>
                    <a:lstStyle/>
                    <a:p>
                      <a:pPr indent="0" lvl="0" marL="0" marR="0" rtl="0" algn="l">
                        <a:lnSpc>
                          <a:spcPct val="120000"/>
                        </a:lnSpc>
                        <a:spcBef>
                          <a:spcPts val="0"/>
                        </a:spcBef>
                        <a:spcAft>
                          <a:spcPts val="0"/>
                        </a:spcAft>
                        <a:buClr>
                          <a:srgbClr val="000000"/>
                        </a:buClr>
                        <a:buSzPts val="1500"/>
                        <a:buFont typeface="Arial"/>
                        <a:buNone/>
                      </a:pPr>
                      <a:r>
                        <a:rPr lang="en-US" sz="1500">
                          <a:solidFill>
                            <a:srgbClr val="D1D5DB"/>
                          </a:solidFill>
                          <a:latin typeface="Calibri"/>
                          <a:ea typeface="Calibri"/>
                          <a:cs typeface="Calibri"/>
                          <a:sym typeface="Calibri"/>
                        </a:rPr>
                        <a:t>Excepción 1: El SKU ingresado no existe en el catálogo o el producto se encuentra inactivo o dado de baja. El sistema informa la situación y no permite agregarlo a la plantilla.</a:t>
                      </a:r>
                      <a:endParaRPr sz="1500">
                        <a:solidFill>
                          <a:srgbClr val="D1D5DB"/>
                        </a:solidFill>
                        <a:latin typeface="Calibri"/>
                        <a:ea typeface="Calibri"/>
                        <a:cs typeface="Calibri"/>
                        <a:sym typeface="Calibri"/>
                      </a:endParaRPr>
                    </a:p>
                    <a:p>
                      <a:pPr indent="0" lvl="0" marL="0" marR="0" rtl="0" algn="l">
                        <a:lnSpc>
                          <a:spcPct val="120000"/>
                        </a:lnSpc>
                        <a:spcBef>
                          <a:spcPts val="0"/>
                        </a:spcBef>
                        <a:spcAft>
                          <a:spcPts val="0"/>
                        </a:spcAft>
                        <a:buClr>
                          <a:srgbClr val="000000"/>
                        </a:buClr>
                        <a:buSzPts val="1500"/>
                        <a:buFont typeface="Arial"/>
                        <a:buNone/>
                      </a:pPr>
                      <a:r>
                        <a:rPr lang="en-US" sz="1500">
                          <a:solidFill>
                            <a:srgbClr val="D1D5DB"/>
                          </a:solidFill>
                          <a:latin typeface="Calibri"/>
                          <a:ea typeface="Calibri"/>
                          <a:cs typeface="Calibri"/>
                          <a:sym typeface="Calibri"/>
                        </a:rPr>
                        <a:t>Excepción 2: Ya existe una plantilla de insumos para el proceso seleccionado. El sistema muestra la plantilla vigente y permite editarla o crear una nueva versión conservando la anterior.</a:t>
                      </a:r>
                      <a:endParaRPr sz="1500">
                        <a:solidFill>
                          <a:srgbClr val="D1D5DB"/>
                        </a:solidFill>
                        <a:latin typeface="Calibri"/>
                        <a:ea typeface="Calibri"/>
                        <a:cs typeface="Calibri"/>
                        <a:sym typeface="Calibri"/>
                      </a:endParaRPr>
                    </a:p>
                    <a:p>
                      <a:pPr indent="0" lvl="0" marL="0" marR="0" rtl="0" algn="l">
                        <a:lnSpc>
                          <a:spcPct val="120000"/>
                        </a:lnSpc>
                        <a:spcBef>
                          <a:spcPts val="0"/>
                        </a:spcBef>
                        <a:spcAft>
                          <a:spcPts val="0"/>
                        </a:spcAft>
                        <a:buClr>
                          <a:srgbClr val="000000"/>
                        </a:buClr>
                        <a:buSzPts val="1500"/>
                        <a:buFont typeface="Arial"/>
                        <a:buNone/>
                      </a:pPr>
                      <a:r>
                        <a:rPr lang="en-US" sz="1500">
                          <a:solidFill>
                            <a:srgbClr val="D1D5DB"/>
                          </a:solidFill>
                          <a:latin typeface="Calibri"/>
                          <a:ea typeface="Calibri"/>
                          <a:cs typeface="Calibri"/>
                          <a:sym typeface="Calibri"/>
                        </a:rPr>
                        <a:t>z</a:t>
                      </a:r>
                      <a:endParaRPr sz="1500">
                        <a:solidFill>
                          <a:srgbClr val="D1D5DB"/>
                        </a:solidFill>
                        <a:latin typeface="Calibri"/>
                        <a:ea typeface="Calibri"/>
                        <a:cs typeface="Calibri"/>
                        <a:sym typeface="Calibri"/>
                      </a:endParaRPr>
                    </a:p>
                  </a:txBody>
                  <a:tcPr marT="91450" marB="91450" marR="91450" marL="91450">
                    <a:lnL cap="flat" cmpd="sng" w="9525">
                      <a:solidFill>
                        <a:srgbClr val="444444"/>
                      </a:solidFill>
                      <a:prstDash val="solid"/>
                      <a:round/>
                      <a:headEnd len="sm" w="sm" type="none"/>
                      <a:tailEnd len="sm" w="sm" type="none"/>
                    </a:lnL>
                    <a:lnR cap="flat" cmpd="sng" w="9525">
                      <a:solidFill>
                        <a:srgbClr val="444444"/>
                      </a:solidFill>
                      <a:prstDash val="solid"/>
                      <a:round/>
                      <a:headEnd len="sm" w="sm" type="none"/>
                      <a:tailEnd len="sm" w="sm" type="none"/>
                    </a:lnR>
                    <a:lnT cap="flat" cmpd="sng" w="9525">
                      <a:solidFill>
                        <a:srgbClr val="444444"/>
                      </a:solidFill>
                      <a:prstDash val="solid"/>
                      <a:round/>
                      <a:headEnd len="sm" w="sm" type="none"/>
                      <a:tailEnd len="sm" w="sm" type="none"/>
                    </a:lnT>
                    <a:lnB cap="flat" cmpd="sng" w="9525">
                      <a:solidFill>
                        <a:srgbClr val="444444"/>
                      </a:solidFill>
                      <a:prstDash val="solid"/>
                      <a:round/>
                      <a:headEnd len="sm" w="sm" type="none"/>
                      <a:tailEnd len="sm" w="sm" type="none"/>
                    </a:lnB>
                    <a:solidFill>
                      <a:srgbClr val="2A2A2A"/>
                    </a:solidFill>
                  </a:tcPr>
                </a:tc>
              </a:tr>
              <a:tr h="583500">
                <a:tc>
                  <a:txBody>
                    <a:bodyPr/>
                    <a:lstStyle/>
                    <a:p>
                      <a:pPr indent="0" lvl="0" marL="0" marR="0" rtl="0" algn="l">
                        <a:lnSpc>
                          <a:spcPct val="120000"/>
                        </a:lnSpc>
                        <a:spcBef>
                          <a:spcPts val="0"/>
                        </a:spcBef>
                        <a:spcAft>
                          <a:spcPts val="0"/>
                        </a:spcAft>
                        <a:buClr>
                          <a:srgbClr val="000000"/>
                        </a:buClr>
                        <a:buSzPts val="1500"/>
                        <a:buFont typeface="Arial"/>
                        <a:buNone/>
                      </a:pPr>
                      <a:r>
                        <a:rPr b="1" lang="en-US" sz="1500" u="none" cap="none" strike="noStrike">
                          <a:solidFill>
                            <a:srgbClr val="F47920"/>
                          </a:solidFill>
                          <a:latin typeface="Calibri"/>
                          <a:ea typeface="Calibri"/>
                          <a:cs typeface="Calibri"/>
                          <a:sym typeface="Calibri"/>
                        </a:rPr>
                        <a:t>Postcondiciones</a:t>
                      </a:r>
                      <a:endParaRPr sz="1100" u="none" cap="none" strike="noStrike"/>
                    </a:p>
                  </a:txBody>
                  <a:tcPr marT="91450" marB="91450" marR="91450" marL="91450">
                    <a:lnL cap="flat" cmpd="sng" w="9525">
                      <a:solidFill>
                        <a:srgbClr val="444444"/>
                      </a:solidFill>
                      <a:prstDash val="solid"/>
                      <a:round/>
                      <a:headEnd len="sm" w="sm" type="none"/>
                      <a:tailEnd len="sm" w="sm" type="none"/>
                    </a:lnL>
                    <a:lnR cap="flat" cmpd="sng" w="9525">
                      <a:solidFill>
                        <a:srgbClr val="444444"/>
                      </a:solidFill>
                      <a:prstDash val="solid"/>
                      <a:round/>
                      <a:headEnd len="sm" w="sm" type="none"/>
                      <a:tailEnd len="sm" w="sm" type="none"/>
                    </a:lnR>
                    <a:lnT cap="flat" cmpd="sng" w="9525">
                      <a:solidFill>
                        <a:srgbClr val="444444"/>
                      </a:solidFill>
                      <a:prstDash val="solid"/>
                      <a:round/>
                      <a:headEnd len="sm" w="sm" type="none"/>
                      <a:tailEnd len="sm" w="sm" type="none"/>
                    </a:lnT>
                    <a:lnB cap="flat" cmpd="sng" w="9525">
                      <a:solidFill>
                        <a:srgbClr val="444444"/>
                      </a:solidFill>
                      <a:prstDash val="solid"/>
                      <a:round/>
                      <a:headEnd len="sm" w="sm" type="none"/>
                      <a:tailEnd len="sm" w="sm" type="none"/>
                    </a:lnB>
                    <a:solidFill>
                      <a:srgbClr val="2E2E2E"/>
                    </a:solidFill>
                  </a:tcPr>
                </a:tc>
                <a:tc>
                  <a:txBody>
                    <a:bodyPr/>
                    <a:lstStyle/>
                    <a:p>
                      <a:pPr indent="0" lvl="0" marL="0" marR="0" rtl="0" algn="l">
                        <a:lnSpc>
                          <a:spcPct val="120000"/>
                        </a:lnSpc>
                        <a:spcBef>
                          <a:spcPts val="0"/>
                        </a:spcBef>
                        <a:spcAft>
                          <a:spcPts val="0"/>
                        </a:spcAft>
                        <a:buClr>
                          <a:srgbClr val="000000"/>
                        </a:buClr>
                        <a:buSzPts val="1500"/>
                        <a:buFont typeface="Arial"/>
                        <a:buNone/>
                      </a:pPr>
                      <a:r>
                        <a:rPr lang="en-US" sz="1500">
                          <a:solidFill>
                            <a:srgbClr val="D1D5DB"/>
                          </a:solidFill>
                          <a:latin typeface="Calibri"/>
                          <a:ea typeface="Calibri"/>
                          <a:cs typeface="Calibri"/>
                          <a:sym typeface="Calibri"/>
                        </a:rPr>
                        <a:t>La plantilla de insumos queda registrada y asociada al proceso, disponible para precargar las órdenes de trabajo futuras.</a:t>
                      </a:r>
                      <a:endParaRPr sz="1100" u="none" cap="none" strike="noStrike"/>
                    </a:p>
                  </a:txBody>
                  <a:tcPr marT="91450" marB="91450" marR="91450" marL="91450">
                    <a:lnL cap="flat" cmpd="sng" w="9525">
                      <a:solidFill>
                        <a:srgbClr val="444444"/>
                      </a:solidFill>
                      <a:prstDash val="solid"/>
                      <a:round/>
                      <a:headEnd len="sm" w="sm" type="none"/>
                      <a:tailEnd len="sm" w="sm" type="none"/>
                    </a:lnL>
                    <a:lnR cap="flat" cmpd="sng" w="9525">
                      <a:solidFill>
                        <a:srgbClr val="444444"/>
                      </a:solidFill>
                      <a:prstDash val="solid"/>
                      <a:round/>
                      <a:headEnd len="sm" w="sm" type="none"/>
                      <a:tailEnd len="sm" w="sm" type="none"/>
                    </a:lnR>
                    <a:lnT cap="flat" cmpd="sng" w="9525">
                      <a:solidFill>
                        <a:srgbClr val="444444"/>
                      </a:solidFill>
                      <a:prstDash val="solid"/>
                      <a:round/>
                      <a:headEnd len="sm" w="sm" type="none"/>
                      <a:tailEnd len="sm" w="sm" type="none"/>
                    </a:lnT>
                    <a:lnB cap="flat" cmpd="sng" w="9525">
                      <a:solidFill>
                        <a:srgbClr val="444444"/>
                      </a:solidFill>
                      <a:prstDash val="solid"/>
                      <a:round/>
                      <a:headEnd len="sm" w="sm" type="none"/>
                      <a:tailEnd len="sm" w="sm" type="none"/>
                    </a:lnB>
                    <a:solidFill>
                      <a:srgbClr val="2A2A2A"/>
                    </a:solidFill>
                  </a:tcPr>
                </a:tc>
              </a:tr>
              <a:tr h="329975">
                <a:tc>
                  <a:txBody>
                    <a:bodyPr/>
                    <a:lstStyle/>
                    <a:p>
                      <a:pPr indent="0" lvl="0" marL="0" marR="0" rtl="0" algn="l">
                        <a:lnSpc>
                          <a:spcPct val="120000"/>
                        </a:lnSpc>
                        <a:spcBef>
                          <a:spcPts val="0"/>
                        </a:spcBef>
                        <a:spcAft>
                          <a:spcPts val="0"/>
                        </a:spcAft>
                        <a:buClr>
                          <a:srgbClr val="000000"/>
                        </a:buClr>
                        <a:buSzPts val="1500"/>
                        <a:buFont typeface="Arial"/>
                        <a:buNone/>
                      </a:pPr>
                      <a:r>
                        <a:rPr b="1" lang="en-US" sz="1500" u="none" cap="none" strike="noStrike">
                          <a:solidFill>
                            <a:srgbClr val="F47920"/>
                          </a:solidFill>
                          <a:latin typeface="Calibri"/>
                          <a:ea typeface="Calibri"/>
                          <a:cs typeface="Calibri"/>
                          <a:sym typeface="Calibri"/>
                        </a:rPr>
                        <a:t>Dependencias</a:t>
                      </a:r>
                      <a:endParaRPr sz="1100" u="none" cap="none" strike="noStrike"/>
                    </a:p>
                  </a:txBody>
                  <a:tcPr marT="91450" marB="91450" marR="91450" marL="91450">
                    <a:lnL cap="flat" cmpd="sng" w="9525">
                      <a:solidFill>
                        <a:srgbClr val="444444"/>
                      </a:solidFill>
                      <a:prstDash val="solid"/>
                      <a:round/>
                      <a:headEnd len="sm" w="sm" type="none"/>
                      <a:tailEnd len="sm" w="sm" type="none"/>
                    </a:lnL>
                    <a:lnR cap="flat" cmpd="sng" w="9525">
                      <a:solidFill>
                        <a:srgbClr val="444444"/>
                      </a:solidFill>
                      <a:prstDash val="solid"/>
                      <a:round/>
                      <a:headEnd len="sm" w="sm" type="none"/>
                      <a:tailEnd len="sm" w="sm" type="none"/>
                    </a:lnR>
                    <a:lnT cap="flat" cmpd="sng" w="9525">
                      <a:solidFill>
                        <a:srgbClr val="444444"/>
                      </a:solidFill>
                      <a:prstDash val="solid"/>
                      <a:round/>
                      <a:headEnd len="sm" w="sm" type="none"/>
                      <a:tailEnd len="sm" w="sm" type="none"/>
                    </a:lnT>
                    <a:lnB cap="flat" cmpd="sng" w="9525">
                      <a:solidFill>
                        <a:srgbClr val="444444"/>
                      </a:solidFill>
                      <a:prstDash val="solid"/>
                      <a:round/>
                      <a:headEnd len="sm" w="sm" type="none"/>
                      <a:tailEnd len="sm" w="sm" type="none"/>
                    </a:lnB>
                    <a:solidFill>
                      <a:srgbClr val="2E2E2E"/>
                    </a:solidFill>
                  </a:tcPr>
                </a:tc>
                <a:tc>
                  <a:txBody>
                    <a:bodyPr/>
                    <a:lstStyle/>
                    <a:p>
                      <a:pPr indent="0" lvl="0" marL="0" marR="0" rtl="0" algn="l">
                        <a:lnSpc>
                          <a:spcPct val="120000"/>
                        </a:lnSpc>
                        <a:spcBef>
                          <a:spcPts val="0"/>
                        </a:spcBef>
                        <a:spcAft>
                          <a:spcPts val="0"/>
                        </a:spcAft>
                        <a:buClr>
                          <a:srgbClr val="000000"/>
                        </a:buClr>
                        <a:buSzPts val="1500"/>
                        <a:buFont typeface="Arial"/>
                        <a:buNone/>
                      </a:pPr>
                      <a:r>
                        <a:rPr lang="en-US" sz="1500">
                          <a:solidFill>
                            <a:srgbClr val="D1D5DB"/>
                          </a:solidFill>
                          <a:latin typeface="Calibri"/>
                          <a:ea typeface="Calibri"/>
                          <a:cs typeface="Calibri"/>
                          <a:sym typeface="Calibri"/>
                        </a:rPr>
                        <a:t>UR 11.4</a:t>
                      </a:r>
                      <a:endParaRPr sz="1100" u="none" cap="none" strike="noStrike"/>
                    </a:p>
                  </a:txBody>
                  <a:tcPr marT="91450" marB="91450" marR="91450" marL="91450">
                    <a:lnL cap="flat" cmpd="sng" w="9525">
                      <a:solidFill>
                        <a:srgbClr val="444444"/>
                      </a:solidFill>
                      <a:prstDash val="solid"/>
                      <a:round/>
                      <a:headEnd len="sm" w="sm" type="none"/>
                      <a:tailEnd len="sm" w="sm" type="none"/>
                    </a:lnL>
                    <a:lnR cap="flat" cmpd="sng" w="9525">
                      <a:solidFill>
                        <a:srgbClr val="444444"/>
                      </a:solidFill>
                      <a:prstDash val="solid"/>
                      <a:round/>
                      <a:headEnd len="sm" w="sm" type="none"/>
                      <a:tailEnd len="sm" w="sm" type="none"/>
                    </a:lnR>
                    <a:lnT cap="flat" cmpd="sng" w="9525">
                      <a:solidFill>
                        <a:srgbClr val="444444"/>
                      </a:solidFill>
                      <a:prstDash val="solid"/>
                      <a:round/>
                      <a:headEnd len="sm" w="sm" type="none"/>
                      <a:tailEnd len="sm" w="sm" type="none"/>
                    </a:lnT>
                    <a:lnB cap="flat" cmpd="sng" w="9525">
                      <a:solidFill>
                        <a:srgbClr val="444444"/>
                      </a:solidFill>
                      <a:prstDash val="solid"/>
                      <a:round/>
                      <a:headEnd len="sm" w="sm" type="none"/>
                      <a:tailEnd len="sm" w="sm" type="none"/>
                    </a:lnB>
                    <a:solidFill>
                      <a:srgbClr val="2A2A2A"/>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A1A"/>
        </a:solidFill>
      </p:bgPr>
    </p:bg>
    <p:spTree>
      <p:nvGrpSpPr>
        <p:cNvPr id="275" name="Shape 275"/>
        <p:cNvGrpSpPr/>
        <p:nvPr/>
      </p:nvGrpSpPr>
      <p:grpSpPr>
        <a:xfrm>
          <a:off x="0" y="0"/>
          <a:ext cx="0" cy="0"/>
          <a:chOff x="0" y="0"/>
          <a:chExt cx="0" cy="0"/>
        </a:xfrm>
      </p:grpSpPr>
      <p:sp>
        <p:nvSpPr>
          <p:cNvPr id="276" name="Google Shape;276;p10"/>
          <p:cNvSpPr/>
          <p:nvPr/>
        </p:nvSpPr>
        <p:spPr>
          <a:xfrm>
            <a:off x="-12697" y="-12697"/>
            <a:ext cx="244887" cy="10312432"/>
          </a:xfrm>
          <a:custGeom>
            <a:rect b="b" l="l" r="r" t="t"/>
            <a:pathLst>
              <a:path extrusionOk="0" h="13749910" w="326517">
                <a:moveTo>
                  <a:pt x="0" y="0"/>
                </a:moveTo>
                <a:lnTo>
                  <a:pt x="326517" y="0"/>
                </a:lnTo>
                <a:lnTo>
                  <a:pt x="326517" y="13749910"/>
                </a:lnTo>
                <a:lnTo>
                  <a:pt x="0" y="13749910"/>
                </a:lnTo>
                <a:close/>
              </a:path>
            </a:pathLst>
          </a:custGeom>
          <a:solidFill>
            <a:srgbClr val="F47920"/>
          </a:solidFill>
          <a:ln cap="sq" cmpd="sng" w="25400">
            <a:solidFill>
              <a:srgbClr val="F47920"/>
            </a:solidFill>
            <a:prstDash val="solid"/>
            <a:miter lim="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 name="Google Shape;277;p10"/>
          <p:cNvSpPr/>
          <p:nvPr/>
        </p:nvSpPr>
        <p:spPr>
          <a:xfrm>
            <a:off x="206759" y="-12697"/>
            <a:ext cx="18093975" cy="135159"/>
          </a:xfrm>
          <a:custGeom>
            <a:rect b="b" l="l" r="r" t="t"/>
            <a:pathLst>
              <a:path extrusionOk="0" h="180213" w="24125301">
                <a:moveTo>
                  <a:pt x="0" y="0"/>
                </a:moveTo>
                <a:lnTo>
                  <a:pt x="24125301" y="0"/>
                </a:lnTo>
                <a:lnTo>
                  <a:pt x="24125301" y="180213"/>
                </a:lnTo>
                <a:lnTo>
                  <a:pt x="0" y="180213"/>
                </a:lnTo>
                <a:close/>
              </a:path>
            </a:pathLst>
          </a:custGeom>
          <a:solidFill>
            <a:srgbClr val="F47920"/>
          </a:solidFill>
          <a:ln cap="sq" cmpd="sng" w="25400">
            <a:solidFill>
              <a:srgbClr val="F47920"/>
            </a:solidFill>
            <a:prstDash val="solid"/>
            <a:miter lim="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78" name="Google Shape;278;p10"/>
          <p:cNvGrpSpPr/>
          <p:nvPr/>
        </p:nvGrpSpPr>
        <p:grpSpPr>
          <a:xfrm>
            <a:off x="640080" y="162306"/>
            <a:ext cx="4385861" cy="1062990"/>
            <a:chOff x="0" y="-76200"/>
            <a:chExt cx="5847815" cy="1417320"/>
          </a:xfrm>
        </p:grpSpPr>
        <p:sp>
          <p:nvSpPr>
            <p:cNvPr id="279" name="Google Shape;279;p10"/>
            <p:cNvSpPr/>
            <p:nvPr/>
          </p:nvSpPr>
          <p:spPr>
            <a:xfrm>
              <a:off x="0" y="0"/>
              <a:ext cx="5847815" cy="1341120"/>
            </a:xfrm>
            <a:custGeom>
              <a:rect b="b" l="l" r="r" t="t"/>
              <a:pathLst>
                <a:path extrusionOk="0" h="1341120" w="5847815">
                  <a:moveTo>
                    <a:pt x="0" y="0"/>
                  </a:moveTo>
                  <a:lnTo>
                    <a:pt x="5847815" y="0"/>
                  </a:lnTo>
                  <a:lnTo>
                    <a:pt x="5847815" y="1341120"/>
                  </a:lnTo>
                  <a:lnTo>
                    <a:pt x="0" y="1341120"/>
                  </a:lnTo>
                  <a:close/>
                </a:path>
              </a:pathLst>
            </a:custGeom>
            <a:blipFill rotWithShape="1">
              <a:blip r:embed="rId3">
                <a:alphaModFix amt="0"/>
              </a:blip>
              <a:stretch>
                <a:fillRect b="-279467" l="0" r="-287792" t="-279467"/>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 name="Google Shape;280;p10"/>
            <p:cNvSpPr txBox="1"/>
            <p:nvPr/>
          </p:nvSpPr>
          <p:spPr>
            <a:xfrm>
              <a:off x="0" y="-76200"/>
              <a:ext cx="5847815" cy="141732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00000"/>
                </a:buClr>
                <a:buSzPts val="4400"/>
                <a:buFont typeface="Arial"/>
                <a:buNone/>
              </a:pPr>
              <a:r>
                <a:rPr b="1" i="0" lang="en-US" sz="4400" u="none" cap="none" strike="noStrike">
                  <a:solidFill>
                    <a:srgbClr val="FFFFFF"/>
                  </a:solidFill>
                  <a:latin typeface="Calibri"/>
                  <a:ea typeface="Calibri"/>
                  <a:cs typeface="Calibri"/>
                  <a:sym typeface="Calibri"/>
                </a:rPr>
                <a:t>Modelo Físico</a:t>
              </a:r>
              <a:endParaRPr b="0" i="0" sz="1400" u="none" cap="none" strike="noStrike">
                <a:solidFill>
                  <a:srgbClr val="000000"/>
                </a:solidFill>
                <a:latin typeface="Arial"/>
                <a:ea typeface="Arial"/>
                <a:cs typeface="Arial"/>
                <a:sym typeface="Arial"/>
              </a:endParaRPr>
            </a:p>
          </p:txBody>
        </p:sp>
      </p:grpSp>
      <p:grpSp>
        <p:nvGrpSpPr>
          <p:cNvPr id="281" name="Google Shape;281;p10"/>
          <p:cNvGrpSpPr/>
          <p:nvPr/>
        </p:nvGrpSpPr>
        <p:grpSpPr>
          <a:xfrm>
            <a:off x="640080" y="9755505"/>
            <a:ext cx="17007840" cy="430911"/>
            <a:chOff x="0" y="-38100"/>
            <a:chExt cx="22677120" cy="574548"/>
          </a:xfrm>
        </p:grpSpPr>
        <p:sp>
          <p:nvSpPr>
            <p:cNvPr id="282" name="Google Shape;282;p10"/>
            <p:cNvSpPr/>
            <p:nvPr/>
          </p:nvSpPr>
          <p:spPr>
            <a:xfrm>
              <a:off x="0" y="0"/>
              <a:ext cx="22677120" cy="536448"/>
            </a:xfrm>
            <a:custGeom>
              <a:rect b="b" l="l" r="r" t="t"/>
              <a:pathLst>
                <a:path extrusionOk="0" h="536448" w="22677120">
                  <a:moveTo>
                    <a:pt x="0" y="0"/>
                  </a:moveTo>
                  <a:lnTo>
                    <a:pt x="22677120" y="0"/>
                  </a:lnTo>
                  <a:lnTo>
                    <a:pt x="22677120" y="536448"/>
                  </a:lnTo>
                  <a:lnTo>
                    <a:pt x="0" y="536448"/>
                  </a:lnTo>
                  <a:close/>
                </a:path>
              </a:pathLst>
            </a:custGeom>
            <a:blipFill rotWithShape="1">
              <a:blip r:embed="rId3">
                <a:alphaModFix amt="0"/>
              </a:blip>
              <a:stretch>
                <a:fillRect b="-773724" l="0" r="0" t="-773724"/>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 name="Google Shape;283;p10"/>
            <p:cNvSpPr txBox="1"/>
            <p:nvPr/>
          </p:nvSpPr>
          <p:spPr>
            <a:xfrm>
              <a:off x="0" y="-38100"/>
              <a:ext cx="22677120" cy="574548"/>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00000"/>
                </a:buClr>
                <a:buSzPts val="1800"/>
                <a:buFont typeface="Arial"/>
                <a:buNone/>
              </a:pPr>
              <a:r>
                <a:rPr b="0" i="0" lang="en-US" sz="1800" u="none" cap="none" strike="noStrike">
                  <a:solidFill>
                    <a:srgbClr val="9CA3AF"/>
                  </a:solidFill>
                  <a:latin typeface="Calibri"/>
                  <a:ea typeface="Calibri"/>
                  <a:cs typeface="Calibri"/>
                  <a:sym typeface="Calibri"/>
                </a:rPr>
                <a:t>Puertas Blindadas · Ingeniería de Software II · 2026</a:t>
              </a:r>
              <a:endParaRPr b="0" i="0" sz="1400" u="none" cap="none" strike="noStrike">
                <a:solidFill>
                  <a:srgbClr val="000000"/>
                </a:solidFill>
                <a:latin typeface="Arial"/>
                <a:ea typeface="Arial"/>
                <a:cs typeface="Arial"/>
                <a:sym typeface="Arial"/>
              </a:endParaRPr>
            </a:p>
          </p:txBody>
        </p:sp>
      </p:grpSp>
      <p:grpSp>
        <p:nvGrpSpPr>
          <p:cNvPr id="284" name="Google Shape;284;p10"/>
          <p:cNvGrpSpPr/>
          <p:nvPr/>
        </p:nvGrpSpPr>
        <p:grpSpPr>
          <a:xfrm>
            <a:off x="640080" y="1184701"/>
            <a:ext cx="3115405" cy="755072"/>
            <a:chOff x="0" y="-76200"/>
            <a:chExt cx="5847815" cy="1417320"/>
          </a:xfrm>
        </p:grpSpPr>
        <p:sp>
          <p:nvSpPr>
            <p:cNvPr id="285" name="Google Shape;285;p10"/>
            <p:cNvSpPr/>
            <p:nvPr/>
          </p:nvSpPr>
          <p:spPr>
            <a:xfrm>
              <a:off x="0" y="0"/>
              <a:ext cx="5847815" cy="1341120"/>
            </a:xfrm>
            <a:custGeom>
              <a:rect b="b" l="l" r="r" t="t"/>
              <a:pathLst>
                <a:path extrusionOk="0" h="1341120" w="5847815">
                  <a:moveTo>
                    <a:pt x="0" y="0"/>
                  </a:moveTo>
                  <a:lnTo>
                    <a:pt x="5847815" y="0"/>
                  </a:lnTo>
                  <a:lnTo>
                    <a:pt x="5847815" y="1341120"/>
                  </a:lnTo>
                  <a:lnTo>
                    <a:pt x="0" y="1341120"/>
                  </a:lnTo>
                  <a:close/>
                </a:path>
              </a:pathLst>
            </a:custGeom>
            <a:blipFill rotWithShape="1">
              <a:blip r:embed="rId3">
                <a:alphaModFix amt="0"/>
              </a:blip>
              <a:stretch>
                <a:fillRect b="-279467" l="0" r="-287792" t="-279467"/>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 name="Google Shape;286;p10"/>
            <p:cNvSpPr txBox="1"/>
            <p:nvPr/>
          </p:nvSpPr>
          <p:spPr>
            <a:xfrm>
              <a:off x="0" y="-76200"/>
              <a:ext cx="5847815" cy="141732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00000"/>
                </a:buClr>
                <a:buSzPts val="3500"/>
                <a:buFont typeface="Arial"/>
                <a:buNone/>
              </a:pPr>
              <a:r>
                <a:rPr b="0" i="0" lang="en-US" sz="3500" u="none" cap="none" strike="noStrike">
                  <a:solidFill>
                    <a:srgbClr val="FFFFFF"/>
                  </a:solidFill>
                  <a:latin typeface="Calibri"/>
                  <a:ea typeface="Calibri"/>
                  <a:cs typeface="Calibri"/>
                  <a:sym typeface="Calibri"/>
                </a:rPr>
                <a:t>Tabla MATERIAL</a:t>
              </a:r>
              <a:endParaRPr b="0" i="0" sz="1400" u="none" cap="none" strike="noStrike">
                <a:solidFill>
                  <a:srgbClr val="000000"/>
                </a:solidFill>
                <a:latin typeface="Arial"/>
                <a:ea typeface="Arial"/>
                <a:cs typeface="Arial"/>
                <a:sym typeface="Arial"/>
              </a:endParaRPr>
            </a:p>
          </p:txBody>
        </p:sp>
      </p:grpSp>
      <p:pic>
        <p:nvPicPr>
          <p:cNvPr id="287" name="Google Shape;287;p10" title="Copia de Modelo Fisico - Puertas Blindadas-Página-2.png"/>
          <p:cNvPicPr preferRelativeResize="0"/>
          <p:nvPr/>
        </p:nvPicPr>
        <p:blipFill>
          <a:blip r:embed="rId4">
            <a:alphaModFix/>
          </a:blip>
          <a:stretch>
            <a:fillRect/>
          </a:stretch>
        </p:blipFill>
        <p:spPr>
          <a:xfrm>
            <a:off x="4010792" y="1842027"/>
            <a:ext cx="10485901" cy="729674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A1A"/>
        </a:solidFill>
      </p:bgPr>
    </p:bg>
    <p:spTree>
      <p:nvGrpSpPr>
        <p:cNvPr id="295" name="Shape 295"/>
        <p:cNvGrpSpPr/>
        <p:nvPr/>
      </p:nvGrpSpPr>
      <p:grpSpPr>
        <a:xfrm>
          <a:off x="0" y="0"/>
          <a:ext cx="0" cy="0"/>
          <a:chOff x="0" y="0"/>
          <a:chExt cx="0" cy="0"/>
        </a:xfrm>
      </p:grpSpPr>
      <p:sp>
        <p:nvSpPr>
          <p:cNvPr id="296" name="Google Shape;296;g38b9f384cd2_1_0"/>
          <p:cNvSpPr/>
          <p:nvPr/>
        </p:nvSpPr>
        <p:spPr>
          <a:xfrm>
            <a:off x="-12697" y="-12697"/>
            <a:ext cx="244888" cy="10312433"/>
          </a:xfrm>
          <a:custGeom>
            <a:rect b="b" l="l" r="r" t="t"/>
            <a:pathLst>
              <a:path extrusionOk="0" h="13749910" w="326517">
                <a:moveTo>
                  <a:pt x="0" y="0"/>
                </a:moveTo>
                <a:lnTo>
                  <a:pt x="326517" y="0"/>
                </a:lnTo>
                <a:lnTo>
                  <a:pt x="326517" y="13749910"/>
                </a:lnTo>
                <a:lnTo>
                  <a:pt x="0" y="13749910"/>
                </a:lnTo>
                <a:close/>
              </a:path>
            </a:pathLst>
          </a:custGeom>
          <a:solidFill>
            <a:srgbClr val="F47920"/>
          </a:solidFill>
          <a:ln cap="sq" cmpd="sng" w="25400">
            <a:solidFill>
              <a:srgbClr val="F47920"/>
            </a:solidFill>
            <a:prstDash val="solid"/>
            <a:miter lim="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7" name="Google Shape;297;g38b9f384cd2_1_0"/>
          <p:cNvSpPr/>
          <p:nvPr/>
        </p:nvSpPr>
        <p:spPr>
          <a:xfrm>
            <a:off x="206759" y="-12697"/>
            <a:ext cx="18093976" cy="135160"/>
          </a:xfrm>
          <a:custGeom>
            <a:rect b="b" l="l" r="r" t="t"/>
            <a:pathLst>
              <a:path extrusionOk="0" h="180213" w="24125301">
                <a:moveTo>
                  <a:pt x="0" y="0"/>
                </a:moveTo>
                <a:lnTo>
                  <a:pt x="24125301" y="0"/>
                </a:lnTo>
                <a:lnTo>
                  <a:pt x="24125301" y="180213"/>
                </a:lnTo>
                <a:lnTo>
                  <a:pt x="0" y="180213"/>
                </a:lnTo>
                <a:close/>
              </a:path>
            </a:pathLst>
          </a:custGeom>
          <a:solidFill>
            <a:srgbClr val="F47920"/>
          </a:solidFill>
          <a:ln cap="sq" cmpd="sng" w="25400">
            <a:solidFill>
              <a:srgbClr val="F47920"/>
            </a:solidFill>
            <a:prstDash val="solid"/>
            <a:miter lim="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98" name="Google Shape;298;g38b9f384cd2_1_0"/>
          <p:cNvGrpSpPr/>
          <p:nvPr/>
        </p:nvGrpSpPr>
        <p:grpSpPr>
          <a:xfrm>
            <a:off x="640080" y="162306"/>
            <a:ext cx="4385925" cy="1062990"/>
            <a:chOff x="0" y="-76200"/>
            <a:chExt cx="5847900" cy="1417320"/>
          </a:xfrm>
        </p:grpSpPr>
        <p:sp>
          <p:nvSpPr>
            <p:cNvPr id="299" name="Google Shape;299;g38b9f384cd2_1_0"/>
            <p:cNvSpPr/>
            <p:nvPr/>
          </p:nvSpPr>
          <p:spPr>
            <a:xfrm>
              <a:off x="0" y="0"/>
              <a:ext cx="5847815" cy="1341120"/>
            </a:xfrm>
            <a:custGeom>
              <a:rect b="b" l="l" r="r" t="t"/>
              <a:pathLst>
                <a:path extrusionOk="0" h="1341120" w="5847815">
                  <a:moveTo>
                    <a:pt x="0" y="0"/>
                  </a:moveTo>
                  <a:lnTo>
                    <a:pt x="5847815" y="0"/>
                  </a:lnTo>
                  <a:lnTo>
                    <a:pt x="5847815" y="1341120"/>
                  </a:lnTo>
                  <a:lnTo>
                    <a:pt x="0" y="1341120"/>
                  </a:lnTo>
                  <a:close/>
                </a:path>
              </a:pathLst>
            </a:custGeom>
            <a:blipFill rotWithShape="1">
              <a:blip r:embed="rId3">
                <a:alphaModFix amt="0"/>
              </a:blip>
              <a:stretch>
                <a:fillRect b="-279461" l="0" r="-287792" t="-279474"/>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0" name="Google Shape;300;g38b9f384cd2_1_0"/>
            <p:cNvSpPr txBox="1"/>
            <p:nvPr/>
          </p:nvSpPr>
          <p:spPr>
            <a:xfrm>
              <a:off x="0" y="-76200"/>
              <a:ext cx="5847900" cy="14172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00000"/>
                </a:buClr>
                <a:buSzPts val="4400"/>
                <a:buFont typeface="Arial"/>
                <a:buNone/>
              </a:pPr>
              <a:r>
                <a:rPr b="1" i="0" lang="en-US" sz="4400" u="none" cap="none" strike="noStrike">
                  <a:solidFill>
                    <a:srgbClr val="FFFFFF"/>
                  </a:solidFill>
                  <a:latin typeface="Calibri"/>
                  <a:ea typeface="Calibri"/>
                  <a:cs typeface="Calibri"/>
                  <a:sym typeface="Calibri"/>
                </a:rPr>
                <a:t>Modelo Físico</a:t>
              </a:r>
              <a:endParaRPr b="0" i="0" sz="1400" u="none" cap="none" strike="noStrike">
                <a:solidFill>
                  <a:srgbClr val="000000"/>
                </a:solidFill>
                <a:latin typeface="Arial"/>
                <a:ea typeface="Arial"/>
                <a:cs typeface="Arial"/>
                <a:sym typeface="Arial"/>
              </a:endParaRPr>
            </a:p>
          </p:txBody>
        </p:sp>
      </p:grpSp>
      <p:grpSp>
        <p:nvGrpSpPr>
          <p:cNvPr id="301" name="Google Shape;301;g38b9f384cd2_1_0"/>
          <p:cNvGrpSpPr/>
          <p:nvPr/>
        </p:nvGrpSpPr>
        <p:grpSpPr>
          <a:xfrm>
            <a:off x="640080" y="9755505"/>
            <a:ext cx="17007840" cy="430911"/>
            <a:chOff x="0" y="-38100"/>
            <a:chExt cx="22677120" cy="574548"/>
          </a:xfrm>
        </p:grpSpPr>
        <p:sp>
          <p:nvSpPr>
            <p:cNvPr id="302" name="Google Shape;302;g38b9f384cd2_1_0"/>
            <p:cNvSpPr/>
            <p:nvPr/>
          </p:nvSpPr>
          <p:spPr>
            <a:xfrm>
              <a:off x="0" y="0"/>
              <a:ext cx="22677120" cy="536448"/>
            </a:xfrm>
            <a:custGeom>
              <a:rect b="b" l="l" r="r" t="t"/>
              <a:pathLst>
                <a:path extrusionOk="0" h="536448" w="22677120">
                  <a:moveTo>
                    <a:pt x="0" y="0"/>
                  </a:moveTo>
                  <a:lnTo>
                    <a:pt x="22677120" y="0"/>
                  </a:lnTo>
                  <a:lnTo>
                    <a:pt x="22677120" y="536448"/>
                  </a:lnTo>
                  <a:lnTo>
                    <a:pt x="0" y="536448"/>
                  </a:lnTo>
                  <a:close/>
                </a:path>
              </a:pathLst>
            </a:custGeom>
            <a:blipFill rotWithShape="1">
              <a:blip r:embed="rId3">
                <a:alphaModFix amt="0"/>
              </a:blip>
              <a:stretch>
                <a:fillRect b="-773724" l="0" r="0" t="-773724"/>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3" name="Google Shape;303;g38b9f384cd2_1_0"/>
            <p:cNvSpPr txBox="1"/>
            <p:nvPr/>
          </p:nvSpPr>
          <p:spPr>
            <a:xfrm>
              <a:off x="0" y="-38100"/>
              <a:ext cx="22677000" cy="5745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00000"/>
                </a:buClr>
                <a:buSzPts val="1800"/>
                <a:buFont typeface="Arial"/>
                <a:buNone/>
              </a:pPr>
              <a:r>
                <a:rPr b="0" i="0" lang="en-US" sz="1800" u="none" cap="none" strike="noStrike">
                  <a:solidFill>
                    <a:srgbClr val="9CA3AF"/>
                  </a:solidFill>
                  <a:latin typeface="Calibri"/>
                  <a:ea typeface="Calibri"/>
                  <a:cs typeface="Calibri"/>
                  <a:sym typeface="Calibri"/>
                </a:rPr>
                <a:t>Puertas Blindadas · Ingeniería de Software II · 2026</a:t>
              </a:r>
              <a:endParaRPr b="0" i="0" sz="1400" u="none" cap="none" strike="noStrike">
                <a:solidFill>
                  <a:srgbClr val="000000"/>
                </a:solidFill>
                <a:latin typeface="Arial"/>
                <a:ea typeface="Arial"/>
                <a:cs typeface="Arial"/>
                <a:sym typeface="Arial"/>
              </a:endParaRPr>
            </a:p>
          </p:txBody>
        </p:sp>
      </p:grpSp>
      <p:grpSp>
        <p:nvGrpSpPr>
          <p:cNvPr id="304" name="Google Shape;304;g38b9f384cd2_1_0"/>
          <p:cNvGrpSpPr/>
          <p:nvPr/>
        </p:nvGrpSpPr>
        <p:grpSpPr>
          <a:xfrm>
            <a:off x="640070" y="1184700"/>
            <a:ext cx="6017645" cy="755011"/>
            <a:chOff x="-18" y="-76209"/>
            <a:chExt cx="11296500" cy="1417329"/>
          </a:xfrm>
        </p:grpSpPr>
        <p:sp>
          <p:nvSpPr>
            <p:cNvPr id="305" name="Google Shape;305;g38b9f384cd2_1_0"/>
            <p:cNvSpPr/>
            <p:nvPr/>
          </p:nvSpPr>
          <p:spPr>
            <a:xfrm>
              <a:off x="0" y="0"/>
              <a:ext cx="5847815" cy="1341120"/>
            </a:xfrm>
            <a:custGeom>
              <a:rect b="b" l="l" r="r" t="t"/>
              <a:pathLst>
                <a:path extrusionOk="0" h="1341120" w="5847815">
                  <a:moveTo>
                    <a:pt x="0" y="0"/>
                  </a:moveTo>
                  <a:lnTo>
                    <a:pt x="5847815" y="0"/>
                  </a:lnTo>
                  <a:lnTo>
                    <a:pt x="5847815" y="1341120"/>
                  </a:lnTo>
                  <a:lnTo>
                    <a:pt x="0" y="1341120"/>
                  </a:lnTo>
                  <a:close/>
                </a:path>
              </a:pathLst>
            </a:custGeom>
            <a:blipFill rotWithShape="1">
              <a:blip r:embed="rId3">
                <a:alphaModFix amt="0"/>
              </a:blip>
              <a:stretch>
                <a:fillRect b="-279461" l="0" r="-287792" t="-279474"/>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6" name="Google Shape;306;g38b9f384cd2_1_0"/>
            <p:cNvSpPr txBox="1"/>
            <p:nvPr/>
          </p:nvSpPr>
          <p:spPr>
            <a:xfrm>
              <a:off x="-18" y="-76209"/>
              <a:ext cx="11296500" cy="14172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00000"/>
                </a:buClr>
                <a:buSzPts val="3500"/>
                <a:buFont typeface="Arial"/>
                <a:buNone/>
              </a:pPr>
              <a:r>
                <a:rPr lang="en-US" sz="3500">
                  <a:solidFill>
                    <a:srgbClr val="FFFFFF"/>
                  </a:solidFill>
                  <a:latin typeface="Calibri"/>
                  <a:ea typeface="Calibri"/>
                  <a:cs typeface="Calibri"/>
                  <a:sym typeface="Calibri"/>
                </a:rPr>
                <a:t>Producto Terminado</a:t>
              </a:r>
              <a:endParaRPr b="0" i="0" sz="1400" u="none" cap="none" strike="noStrike">
                <a:solidFill>
                  <a:srgbClr val="000000"/>
                </a:solidFill>
                <a:latin typeface="Arial"/>
                <a:ea typeface="Arial"/>
                <a:cs typeface="Arial"/>
                <a:sym typeface="Arial"/>
              </a:endParaRPr>
            </a:p>
          </p:txBody>
        </p:sp>
      </p:grpSp>
      <p:pic>
        <p:nvPicPr>
          <p:cNvPr id="307" name="Google Shape;307;g38b9f384cd2_1_0" title="hola.png"/>
          <p:cNvPicPr preferRelativeResize="0"/>
          <p:nvPr/>
        </p:nvPicPr>
        <p:blipFill>
          <a:blip r:embed="rId4">
            <a:alphaModFix/>
          </a:blip>
          <a:stretch>
            <a:fillRect/>
          </a:stretch>
        </p:blipFill>
        <p:spPr>
          <a:xfrm>
            <a:off x="5223902" y="1939698"/>
            <a:ext cx="8555250" cy="675889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A1A"/>
        </a:solidFill>
      </p:bgPr>
    </p:bg>
    <p:spTree>
      <p:nvGrpSpPr>
        <p:cNvPr id="315" name="Shape 315"/>
        <p:cNvGrpSpPr/>
        <p:nvPr/>
      </p:nvGrpSpPr>
      <p:grpSpPr>
        <a:xfrm>
          <a:off x="0" y="0"/>
          <a:ext cx="0" cy="0"/>
          <a:chOff x="0" y="0"/>
          <a:chExt cx="0" cy="0"/>
        </a:xfrm>
      </p:grpSpPr>
      <p:sp>
        <p:nvSpPr>
          <p:cNvPr id="316" name="Google Shape;316;p9"/>
          <p:cNvSpPr/>
          <p:nvPr/>
        </p:nvSpPr>
        <p:spPr>
          <a:xfrm>
            <a:off x="-12697" y="-12697"/>
            <a:ext cx="244887" cy="10312432"/>
          </a:xfrm>
          <a:custGeom>
            <a:rect b="b" l="l" r="r" t="t"/>
            <a:pathLst>
              <a:path extrusionOk="0" h="13749910" w="326517">
                <a:moveTo>
                  <a:pt x="0" y="0"/>
                </a:moveTo>
                <a:lnTo>
                  <a:pt x="326517" y="0"/>
                </a:lnTo>
                <a:lnTo>
                  <a:pt x="326517" y="13749910"/>
                </a:lnTo>
                <a:lnTo>
                  <a:pt x="0" y="13749910"/>
                </a:lnTo>
                <a:close/>
              </a:path>
            </a:pathLst>
          </a:custGeom>
          <a:solidFill>
            <a:srgbClr val="F47920"/>
          </a:solidFill>
          <a:ln cap="sq" cmpd="sng" w="25400">
            <a:solidFill>
              <a:srgbClr val="F47920"/>
            </a:solidFill>
            <a:prstDash val="solid"/>
            <a:miter lim="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7" name="Google Shape;317;p9"/>
          <p:cNvSpPr/>
          <p:nvPr/>
        </p:nvSpPr>
        <p:spPr>
          <a:xfrm>
            <a:off x="206759" y="-12697"/>
            <a:ext cx="18093975" cy="135159"/>
          </a:xfrm>
          <a:custGeom>
            <a:rect b="b" l="l" r="r" t="t"/>
            <a:pathLst>
              <a:path extrusionOk="0" h="180213" w="24125301">
                <a:moveTo>
                  <a:pt x="0" y="0"/>
                </a:moveTo>
                <a:lnTo>
                  <a:pt x="24125301" y="0"/>
                </a:lnTo>
                <a:lnTo>
                  <a:pt x="24125301" y="180213"/>
                </a:lnTo>
                <a:lnTo>
                  <a:pt x="0" y="180213"/>
                </a:lnTo>
                <a:close/>
              </a:path>
            </a:pathLst>
          </a:custGeom>
          <a:solidFill>
            <a:srgbClr val="F47920"/>
          </a:solidFill>
          <a:ln cap="sq" cmpd="sng" w="25400">
            <a:solidFill>
              <a:srgbClr val="F47920"/>
            </a:solidFill>
            <a:prstDash val="solid"/>
            <a:miter lim="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18" name="Google Shape;318;p9"/>
          <p:cNvGrpSpPr/>
          <p:nvPr/>
        </p:nvGrpSpPr>
        <p:grpSpPr>
          <a:xfrm>
            <a:off x="640080" y="162306"/>
            <a:ext cx="17007840" cy="1062990"/>
            <a:chOff x="0" y="-76200"/>
            <a:chExt cx="22677120" cy="1417320"/>
          </a:xfrm>
        </p:grpSpPr>
        <p:sp>
          <p:nvSpPr>
            <p:cNvPr id="319" name="Google Shape;319;p9"/>
            <p:cNvSpPr/>
            <p:nvPr/>
          </p:nvSpPr>
          <p:spPr>
            <a:xfrm>
              <a:off x="0" y="0"/>
              <a:ext cx="22677120" cy="1341120"/>
            </a:xfrm>
            <a:custGeom>
              <a:rect b="b" l="l" r="r" t="t"/>
              <a:pathLst>
                <a:path extrusionOk="0" h="1341120" w="22677120">
                  <a:moveTo>
                    <a:pt x="0" y="0"/>
                  </a:moveTo>
                  <a:lnTo>
                    <a:pt x="22677120" y="0"/>
                  </a:lnTo>
                  <a:lnTo>
                    <a:pt x="22677120" y="1341120"/>
                  </a:lnTo>
                  <a:lnTo>
                    <a:pt x="0" y="1341120"/>
                  </a:lnTo>
                  <a:close/>
                </a:path>
              </a:pathLst>
            </a:custGeom>
            <a:blipFill rotWithShape="1">
              <a:blip r:embed="rId3">
                <a:alphaModFix amt="0"/>
              </a:blip>
              <a:stretch>
                <a:fillRect b="-279467" l="0" r="0" t="-279467"/>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0" name="Google Shape;320;p9"/>
            <p:cNvSpPr txBox="1"/>
            <p:nvPr/>
          </p:nvSpPr>
          <p:spPr>
            <a:xfrm>
              <a:off x="0" y="-76200"/>
              <a:ext cx="22677120" cy="141732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00000"/>
                </a:buClr>
                <a:buSzPts val="4400"/>
                <a:buFont typeface="Arial"/>
                <a:buNone/>
              </a:pPr>
              <a:r>
                <a:rPr b="1" i="0" lang="en-US" sz="4400" u="none" cap="none" strike="noStrike">
                  <a:solidFill>
                    <a:srgbClr val="FFFFFF"/>
                  </a:solidFill>
                  <a:latin typeface="Calibri"/>
                  <a:ea typeface="Calibri"/>
                  <a:cs typeface="Calibri"/>
                  <a:sym typeface="Calibri"/>
                </a:rPr>
                <a:t>MVC</a:t>
              </a:r>
              <a:endParaRPr b="0" i="0" sz="1400" u="none" cap="none" strike="noStrike">
                <a:solidFill>
                  <a:srgbClr val="000000"/>
                </a:solidFill>
                <a:latin typeface="Arial"/>
                <a:ea typeface="Arial"/>
                <a:cs typeface="Arial"/>
                <a:sym typeface="Arial"/>
              </a:endParaRPr>
            </a:p>
          </p:txBody>
        </p:sp>
      </p:grpSp>
      <p:grpSp>
        <p:nvGrpSpPr>
          <p:cNvPr id="321" name="Google Shape;321;p9"/>
          <p:cNvGrpSpPr/>
          <p:nvPr/>
        </p:nvGrpSpPr>
        <p:grpSpPr>
          <a:xfrm>
            <a:off x="640080" y="9755505"/>
            <a:ext cx="17007840" cy="430911"/>
            <a:chOff x="0" y="-38100"/>
            <a:chExt cx="22677120" cy="574548"/>
          </a:xfrm>
        </p:grpSpPr>
        <p:sp>
          <p:nvSpPr>
            <p:cNvPr id="322" name="Google Shape;322;p9"/>
            <p:cNvSpPr/>
            <p:nvPr/>
          </p:nvSpPr>
          <p:spPr>
            <a:xfrm>
              <a:off x="0" y="0"/>
              <a:ext cx="22677120" cy="536448"/>
            </a:xfrm>
            <a:custGeom>
              <a:rect b="b" l="l" r="r" t="t"/>
              <a:pathLst>
                <a:path extrusionOk="0" h="536448" w="22677120">
                  <a:moveTo>
                    <a:pt x="0" y="0"/>
                  </a:moveTo>
                  <a:lnTo>
                    <a:pt x="22677120" y="0"/>
                  </a:lnTo>
                  <a:lnTo>
                    <a:pt x="22677120" y="536448"/>
                  </a:lnTo>
                  <a:lnTo>
                    <a:pt x="0" y="536448"/>
                  </a:lnTo>
                  <a:close/>
                </a:path>
              </a:pathLst>
            </a:custGeom>
            <a:blipFill rotWithShape="1">
              <a:blip r:embed="rId3">
                <a:alphaModFix amt="0"/>
              </a:blip>
              <a:stretch>
                <a:fillRect b="-773724" l="0" r="0" t="-773724"/>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3" name="Google Shape;323;p9"/>
            <p:cNvSpPr txBox="1"/>
            <p:nvPr/>
          </p:nvSpPr>
          <p:spPr>
            <a:xfrm>
              <a:off x="0" y="-38100"/>
              <a:ext cx="22677120" cy="574548"/>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00000"/>
                </a:buClr>
                <a:buSzPts val="1800"/>
                <a:buFont typeface="Arial"/>
                <a:buNone/>
              </a:pPr>
              <a:r>
                <a:rPr b="0" i="0" lang="en-US" sz="1800" u="none" cap="none" strike="noStrike">
                  <a:solidFill>
                    <a:srgbClr val="9CA3AF"/>
                  </a:solidFill>
                  <a:latin typeface="Calibri"/>
                  <a:ea typeface="Calibri"/>
                  <a:cs typeface="Calibri"/>
                  <a:sym typeface="Calibri"/>
                </a:rPr>
                <a:t>Puertas Blindadas · Ingeniería de Software II · 2026</a:t>
              </a:r>
              <a:endParaRPr b="0" i="0" sz="1400" u="none" cap="none" strike="noStrike">
                <a:solidFill>
                  <a:srgbClr val="000000"/>
                </a:solidFill>
                <a:latin typeface="Arial"/>
                <a:ea typeface="Arial"/>
                <a:cs typeface="Arial"/>
                <a:sym typeface="Arial"/>
              </a:endParaRPr>
            </a:p>
          </p:txBody>
        </p:sp>
      </p:grpSp>
      <p:pic>
        <p:nvPicPr>
          <p:cNvPr id="324" name="Google Shape;324;p9" title="MVC.drawio.png"/>
          <p:cNvPicPr preferRelativeResize="0"/>
          <p:nvPr/>
        </p:nvPicPr>
        <p:blipFill>
          <a:blip r:embed="rId4">
            <a:alphaModFix/>
          </a:blip>
          <a:stretch>
            <a:fillRect/>
          </a:stretch>
        </p:blipFill>
        <p:spPr>
          <a:xfrm>
            <a:off x="3362515" y="1715695"/>
            <a:ext cx="11782425" cy="72580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A1A"/>
        </a:solidFill>
      </p:bgPr>
    </p:bg>
    <p:spTree>
      <p:nvGrpSpPr>
        <p:cNvPr id="328" name="Shape 328"/>
        <p:cNvGrpSpPr/>
        <p:nvPr/>
      </p:nvGrpSpPr>
      <p:grpSpPr>
        <a:xfrm>
          <a:off x="0" y="0"/>
          <a:ext cx="0" cy="0"/>
          <a:chOff x="0" y="0"/>
          <a:chExt cx="0" cy="0"/>
        </a:xfrm>
      </p:grpSpPr>
      <p:grpSp>
        <p:nvGrpSpPr>
          <p:cNvPr id="329" name="Google Shape;329;p7"/>
          <p:cNvGrpSpPr/>
          <p:nvPr/>
        </p:nvGrpSpPr>
        <p:grpSpPr>
          <a:xfrm>
            <a:off x="640080" y="468630"/>
            <a:ext cx="9041611" cy="1062990"/>
            <a:chOff x="0" y="-76200"/>
            <a:chExt cx="12055481" cy="1417320"/>
          </a:xfrm>
        </p:grpSpPr>
        <p:sp>
          <p:nvSpPr>
            <p:cNvPr id="330" name="Google Shape;330;p7"/>
            <p:cNvSpPr/>
            <p:nvPr/>
          </p:nvSpPr>
          <p:spPr>
            <a:xfrm>
              <a:off x="0" y="0"/>
              <a:ext cx="12055481" cy="1341120"/>
            </a:xfrm>
            <a:custGeom>
              <a:rect b="b" l="l" r="r" t="t"/>
              <a:pathLst>
                <a:path extrusionOk="0" h="1341120" w="12055481">
                  <a:moveTo>
                    <a:pt x="0" y="0"/>
                  </a:moveTo>
                  <a:lnTo>
                    <a:pt x="12055481" y="0"/>
                  </a:lnTo>
                  <a:lnTo>
                    <a:pt x="12055481" y="1341120"/>
                  </a:lnTo>
                  <a:lnTo>
                    <a:pt x="0" y="1341120"/>
                  </a:lnTo>
                  <a:close/>
                </a:path>
              </a:pathLst>
            </a:custGeom>
            <a:blipFill rotWithShape="1">
              <a:blip r:embed="rId3">
                <a:alphaModFix amt="0"/>
              </a:blip>
              <a:stretch>
                <a:fillRect b="-279467" l="0" r="-88104" t="-279467"/>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1" name="Google Shape;331;p7"/>
            <p:cNvSpPr txBox="1"/>
            <p:nvPr/>
          </p:nvSpPr>
          <p:spPr>
            <a:xfrm>
              <a:off x="0" y="-76200"/>
              <a:ext cx="12055481" cy="141732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00000"/>
                </a:buClr>
                <a:buSzPts val="4400"/>
                <a:buFont typeface="Arial"/>
                <a:buNone/>
              </a:pPr>
              <a:r>
                <a:rPr b="1" i="0" lang="en-US" sz="4400" u="none" cap="none" strike="noStrike">
                  <a:solidFill>
                    <a:srgbClr val="FFFFFF"/>
                  </a:solidFill>
                  <a:latin typeface="Calibri"/>
                  <a:ea typeface="Calibri"/>
                  <a:cs typeface="Calibri"/>
                  <a:sym typeface="Calibri"/>
                </a:rPr>
                <a:t>Árbol de Navegación</a:t>
              </a:r>
              <a:endParaRPr b="0" i="0" sz="1400" u="none" cap="none" strike="noStrike">
                <a:solidFill>
                  <a:srgbClr val="000000"/>
                </a:solidFill>
                <a:latin typeface="Arial"/>
                <a:ea typeface="Arial"/>
                <a:cs typeface="Arial"/>
                <a:sym typeface="Arial"/>
              </a:endParaRPr>
            </a:p>
          </p:txBody>
        </p:sp>
      </p:grpSp>
      <p:sp>
        <p:nvSpPr>
          <p:cNvPr id="332" name="Google Shape;332;p7"/>
          <p:cNvSpPr/>
          <p:nvPr/>
        </p:nvSpPr>
        <p:spPr>
          <a:xfrm>
            <a:off x="-12697" y="-12697"/>
            <a:ext cx="244887" cy="10312432"/>
          </a:xfrm>
          <a:custGeom>
            <a:rect b="b" l="l" r="r" t="t"/>
            <a:pathLst>
              <a:path extrusionOk="0" h="13749910" w="326517">
                <a:moveTo>
                  <a:pt x="0" y="0"/>
                </a:moveTo>
                <a:lnTo>
                  <a:pt x="326517" y="0"/>
                </a:lnTo>
                <a:lnTo>
                  <a:pt x="326517" y="13749910"/>
                </a:lnTo>
                <a:lnTo>
                  <a:pt x="0" y="13749910"/>
                </a:lnTo>
                <a:close/>
              </a:path>
            </a:pathLst>
          </a:custGeom>
          <a:solidFill>
            <a:srgbClr val="F47920"/>
          </a:solidFill>
          <a:ln cap="sq" cmpd="sng" w="25400">
            <a:solidFill>
              <a:srgbClr val="F47920"/>
            </a:solidFill>
            <a:prstDash val="solid"/>
            <a:miter lim="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3" name="Google Shape;333;p7"/>
          <p:cNvSpPr/>
          <p:nvPr/>
        </p:nvSpPr>
        <p:spPr>
          <a:xfrm>
            <a:off x="206759" y="-12697"/>
            <a:ext cx="18093975" cy="135159"/>
          </a:xfrm>
          <a:custGeom>
            <a:rect b="b" l="l" r="r" t="t"/>
            <a:pathLst>
              <a:path extrusionOk="0" h="180213" w="24125301">
                <a:moveTo>
                  <a:pt x="0" y="0"/>
                </a:moveTo>
                <a:lnTo>
                  <a:pt x="24125301" y="0"/>
                </a:lnTo>
                <a:lnTo>
                  <a:pt x="24125301" y="180213"/>
                </a:lnTo>
                <a:lnTo>
                  <a:pt x="0" y="180213"/>
                </a:lnTo>
                <a:close/>
              </a:path>
            </a:pathLst>
          </a:custGeom>
          <a:solidFill>
            <a:srgbClr val="F47920"/>
          </a:solidFill>
          <a:ln cap="sq" cmpd="sng" w="25400">
            <a:solidFill>
              <a:srgbClr val="F47920"/>
            </a:solidFill>
            <a:prstDash val="solid"/>
            <a:miter lim="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34" name="Google Shape;334;p7"/>
          <p:cNvGrpSpPr/>
          <p:nvPr/>
        </p:nvGrpSpPr>
        <p:grpSpPr>
          <a:xfrm>
            <a:off x="640080" y="9755505"/>
            <a:ext cx="17007840" cy="430911"/>
            <a:chOff x="0" y="-38100"/>
            <a:chExt cx="22677120" cy="574548"/>
          </a:xfrm>
        </p:grpSpPr>
        <p:sp>
          <p:nvSpPr>
            <p:cNvPr id="335" name="Google Shape;335;p7"/>
            <p:cNvSpPr/>
            <p:nvPr/>
          </p:nvSpPr>
          <p:spPr>
            <a:xfrm>
              <a:off x="0" y="0"/>
              <a:ext cx="22677120" cy="536448"/>
            </a:xfrm>
            <a:custGeom>
              <a:rect b="b" l="l" r="r" t="t"/>
              <a:pathLst>
                <a:path extrusionOk="0" h="536448" w="22677120">
                  <a:moveTo>
                    <a:pt x="0" y="0"/>
                  </a:moveTo>
                  <a:lnTo>
                    <a:pt x="22677120" y="0"/>
                  </a:lnTo>
                  <a:lnTo>
                    <a:pt x="22677120" y="536448"/>
                  </a:lnTo>
                  <a:lnTo>
                    <a:pt x="0" y="536448"/>
                  </a:lnTo>
                  <a:close/>
                </a:path>
              </a:pathLst>
            </a:custGeom>
            <a:blipFill rotWithShape="1">
              <a:blip r:embed="rId3">
                <a:alphaModFix amt="0"/>
              </a:blip>
              <a:stretch>
                <a:fillRect b="-773724" l="0" r="0" t="-773724"/>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6" name="Google Shape;336;p7"/>
            <p:cNvSpPr txBox="1"/>
            <p:nvPr/>
          </p:nvSpPr>
          <p:spPr>
            <a:xfrm>
              <a:off x="0" y="-38100"/>
              <a:ext cx="22677120" cy="574548"/>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00000"/>
                </a:buClr>
                <a:buSzPts val="1800"/>
                <a:buFont typeface="Arial"/>
                <a:buNone/>
              </a:pPr>
              <a:r>
                <a:rPr b="0" i="0" lang="en-US" sz="1800" u="none" cap="none" strike="noStrike">
                  <a:solidFill>
                    <a:srgbClr val="9CA3AF"/>
                  </a:solidFill>
                  <a:latin typeface="Calibri"/>
                  <a:ea typeface="Calibri"/>
                  <a:cs typeface="Calibri"/>
                  <a:sym typeface="Calibri"/>
                </a:rPr>
                <a:t>Puertas Blindadas · Ingeniería de Software II · 2026</a:t>
              </a:r>
              <a:endParaRPr b="0" i="0" sz="1400" u="none" cap="none" strike="noStrike">
                <a:solidFill>
                  <a:srgbClr val="000000"/>
                </a:solidFill>
                <a:latin typeface="Arial"/>
                <a:ea typeface="Arial"/>
                <a:cs typeface="Arial"/>
                <a:sym typeface="Arial"/>
              </a:endParaRPr>
            </a:p>
          </p:txBody>
        </p:sp>
      </p:grpSp>
      <p:pic>
        <p:nvPicPr>
          <p:cNvPr id="337" name="Google Shape;337;p7" title="Arbol de navegacion - Grupo 14.drawio.png"/>
          <p:cNvPicPr preferRelativeResize="0"/>
          <p:nvPr/>
        </p:nvPicPr>
        <p:blipFill>
          <a:blip r:embed="rId4">
            <a:alphaModFix/>
          </a:blip>
          <a:stretch>
            <a:fillRect/>
          </a:stretch>
        </p:blipFill>
        <p:spPr>
          <a:xfrm>
            <a:off x="453865" y="2705795"/>
            <a:ext cx="17751009" cy="3813693"/>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A1A"/>
        </a:solidFill>
      </p:bgPr>
    </p:bg>
    <p:spTree>
      <p:nvGrpSpPr>
        <p:cNvPr id="345" name="Shape 345"/>
        <p:cNvGrpSpPr/>
        <p:nvPr/>
      </p:nvGrpSpPr>
      <p:grpSpPr>
        <a:xfrm>
          <a:off x="0" y="0"/>
          <a:ext cx="0" cy="0"/>
          <a:chOff x="0" y="0"/>
          <a:chExt cx="0" cy="0"/>
        </a:xfrm>
      </p:grpSpPr>
      <p:sp>
        <p:nvSpPr>
          <p:cNvPr id="346" name="Google Shape;346;p13"/>
          <p:cNvSpPr/>
          <p:nvPr/>
        </p:nvSpPr>
        <p:spPr>
          <a:xfrm>
            <a:off x="-12697" y="-12697"/>
            <a:ext cx="354615" cy="10312432"/>
          </a:xfrm>
          <a:custGeom>
            <a:rect b="b" l="l" r="r" t="t"/>
            <a:pathLst>
              <a:path extrusionOk="0" h="13749910" w="472821">
                <a:moveTo>
                  <a:pt x="0" y="0"/>
                </a:moveTo>
                <a:lnTo>
                  <a:pt x="472821" y="0"/>
                </a:lnTo>
                <a:lnTo>
                  <a:pt x="472821" y="13749910"/>
                </a:lnTo>
                <a:lnTo>
                  <a:pt x="0" y="13749910"/>
                </a:lnTo>
                <a:close/>
              </a:path>
            </a:pathLst>
          </a:custGeom>
          <a:solidFill>
            <a:srgbClr val="F47920"/>
          </a:solidFill>
          <a:ln cap="sq" cmpd="sng" w="25400">
            <a:solidFill>
              <a:srgbClr val="F47920"/>
            </a:solidFill>
            <a:prstDash val="solid"/>
            <a:miter lim="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47" name="Google Shape;347;p13"/>
          <p:cNvGrpSpPr/>
          <p:nvPr/>
        </p:nvGrpSpPr>
        <p:grpSpPr>
          <a:xfrm>
            <a:off x="914400" y="2108835"/>
            <a:ext cx="16824960" cy="1091565"/>
            <a:chOff x="0" y="-114300"/>
            <a:chExt cx="22433280" cy="1455420"/>
          </a:xfrm>
        </p:grpSpPr>
        <p:sp>
          <p:nvSpPr>
            <p:cNvPr id="348" name="Google Shape;348;p13"/>
            <p:cNvSpPr/>
            <p:nvPr/>
          </p:nvSpPr>
          <p:spPr>
            <a:xfrm>
              <a:off x="0" y="0"/>
              <a:ext cx="22433280" cy="1341120"/>
            </a:xfrm>
            <a:custGeom>
              <a:rect b="b" l="l" r="r" t="t"/>
              <a:pathLst>
                <a:path extrusionOk="0" h="1341120" w="22433280">
                  <a:moveTo>
                    <a:pt x="0" y="0"/>
                  </a:moveTo>
                  <a:lnTo>
                    <a:pt x="22433280" y="0"/>
                  </a:lnTo>
                  <a:lnTo>
                    <a:pt x="22433280" y="1341120"/>
                  </a:lnTo>
                  <a:lnTo>
                    <a:pt x="0" y="1341120"/>
                  </a:lnTo>
                  <a:close/>
                </a:path>
              </a:pathLst>
            </a:custGeom>
            <a:blipFill rotWithShape="1">
              <a:blip r:embed="rId3">
                <a:alphaModFix amt="0"/>
              </a:blip>
              <a:stretch>
                <a:fillRect b="-275945" l="0" r="0" t="-275945"/>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9" name="Google Shape;349;p13"/>
            <p:cNvSpPr txBox="1"/>
            <p:nvPr/>
          </p:nvSpPr>
          <p:spPr>
            <a:xfrm>
              <a:off x="0" y="-114300"/>
              <a:ext cx="22433280" cy="1455420"/>
            </a:xfrm>
            <a:prstGeom prst="rect">
              <a:avLst/>
            </a:prstGeom>
            <a:noFill/>
            <a:ln>
              <a:noFill/>
            </a:ln>
          </p:spPr>
          <p:txBody>
            <a:bodyPr anchorCtr="0" anchor="ctr" bIns="0" lIns="0" spcFirstLastPara="1" rIns="0" wrap="square" tIns="0">
              <a:noAutofit/>
            </a:bodyPr>
            <a:lstStyle/>
            <a:p>
              <a:pPr indent="0" lvl="0" marL="0" marR="0" rtl="0" algn="l">
                <a:lnSpc>
                  <a:spcPct val="120003"/>
                </a:lnSpc>
                <a:spcBef>
                  <a:spcPts val="0"/>
                </a:spcBef>
                <a:spcAft>
                  <a:spcPts val="0"/>
                </a:spcAft>
                <a:buClr>
                  <a:srgbClr val="000000"/>
                </a:buClr>
                <a:buSzPts val="5599"/>
                <a:buFont typeface="Arial"/>
                <a:buNone/>
              </a:pPr>
              <a:r>
                <a:rPr b="0" i="0" lang="en-US" sz="5599" u="none" cap="none" strike="noStrike">
                  <a:solidFill>
                    <a:srgbClr val="9CA3AF"/>
                  </a:solidFill>
                  <a:latin typeface="Calibri"/>
                  <a:ea typeface="Calibri"/>
                  <a:cs typeface="Calibri"/>
                  <a:sym typeface="Calibri"/>
                </a:rPr>
                <a:t>A continuación,</a:t>
              </a:r>
              <a:endParaRPr b="0" i="0" sz="1400" u="none" cap="none" strike="noStrike">
                <a:solidFill>
                  <a:srgbClr val="000000"/>
                </a:solidFill>
                <a:latin typeface="Arial"/>
                <a:ea typeface="Arial"/>
                <a:cs typeface="Arial"/>
                <a:sym typeface="Arial"/>
              </a:endParaRPr>
            </a:p>
          </p:txBody>
        </p:sp>
      </p:grpSp>
      <p:grpSp>
        <p:nvGrpSpPr>
          <p:cNvPr id="350" name="Google Shape;350;p13"/>
          <p:cNvGrpSpPr/>
          <p:nvPr/>
        </p:nvGrpSpPr>
        <p:grpSpPr>
          <a:xfrm>
            <a:off x="914400" y="3057525"/>
            <a:ext cx="16824960" cy="2886075"/>
            <a:chOff x="0" y="-190500"/>
            <a:chExt cx="22433280" cy="3848100"/>
          </a:xfrm>
        </p:grpSpPr>
        <p:sp>
          <p:nvSpPr>
            <p:cNvPr id="351" name="Google Shape;351;p13"/>
            <p:cNvSpPr/>
            <p:nvPr/>
          </p:nvSpPr>
          <p:spPr>
            <a:xfrm>
              <a:off x="0" y="0"/>
              <a:ext cx="22433280" cy="3657600"/>
            </a:xfrm>
            <a:custGeom>
              <a:rect b="b" l="l" r="r" t="t"/>
              <a:pathLst>
                <a:path extrusionOk="0" h="3657600" w="22433280">
                  <a:moveTo>
                    <a:pt x="0" y="0"/>
                  </a:moveTo>
                  <a:lnTo>
                    <a:pt x="22433280" y="0"/>
                  </a:lnTo>
                  <a:lnTo>
                    <a:pt x="22433280" y="3657600"/>
                  </a:lnTo>
                  <a:lnTo>
                    <a:pt x="0" y="3657600"/>
                  </a:lnTo>
                  <a:close/>
                </a:path>
              </a:pathLst>
            </a:custGeom>
            <a:blipFill rotWithShape="1">
              <a:blip r:embed="rId3">
                <a:alphaModFix amt="0"/>
              </a:blip>
              <a:stretch>
                <a:fillRect b="-69509" l="0" r="0" t="-69509"/>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2" name="Google Shape;352;p13"/>
            <p:cNvSpPr txBox="1"/>
            <p:nvPr/>
          </p:nvSpPr>
          <p:spPr>
            <a:xfrm>
              <a:off x="0" y="-190500"/>
              <a:ext cx="22433280" cy="3848100"/>
            </a:xfrm>
            <a:prstGeom prst="rect">
              <a:avLst/>
            </a:prstGeom>
            <a:noFill/>
            <a:ln>
              <a:noFill/>
            </a:ln>
          </p:spPr>
          <p:txBody>
            <a:bodyPr anchorCtr="0" anchor="ctr" bIns="0" lIns="0" spcFirstLastPara="1" rIns="0" wrap="square" tIns="0">
              <a:noAutofit/>
            </a:bodyPr>
            <a:lstStyle/>
            <a:p>
              <a:pPr indent="0" lvl="0" marL="0" marR="0" rtl="0" algn="l">
                <a:lnSpc>
                  <a:spcPct val="119989"/>
                </a:lnSpc>
                <a:spcBef>
                  <a:spcPts val="0"/>
                </a:spcBef>
                <a:spcAft>
                  <a:spcPts val="0"/>
                </a:spcAft>
                <a:buClr>
                  <a:srgbClr val="000000"/>
                </a:buClr>
                <a:buSzPts val="9600"/>
                <a:buFont typeface="Arial"/>
                <a:buNone/>
              </a:pPr>
              <a:r>
                <a:rPr b="1" i="0" lang="en-US" sz="9600" u="none" cap="none" strike="noStrike">
                  <a:solidFill>
                    <a:srgbClr val="FFFFFF"/>
                  </a:solidFill>
                  <a:latin typeface="Calibri"/>
                  <a:ea typeface="Calibri"/>
                  <a:cs typeface="Calibri"/>
                  <a:sym typeface="Calibri"/>
                </a:rPr>
                <a:t>demostración del</a:t>
              </a:r>
              <a:endParaRPr b="0" i="0" sz="1400" u="none" cap="none" strike="noStrike">
                <a:solidFill>
                  <a:srgbClr val="000000"/>
                </a:solidFill>
                <a:latin typeface="Arial"/>
                <a:ea typeface="Arial"/>
                <a:cs typeface="Arial"/>
                <a:sym typeface="Arial"/>
              </a:endParaRPr>
            </a:p>
            <a:p>
              <a:pPr indent="0" lvl="0" marL="0" marR="0" rtl="0" algn="l">
                <a:lnSpc>
                  <a:spcPct val="119989"/>
                </a:lnSpc>
                <a:spcBef>
                  <a:spcPts val="0"/>
                </a:spcBef>
                <a:spcAft>
                  <a:spcPts val="0"/>
                </a:spcAft>
                <a:buClr>
                  <a:srgbClr val="000000"/>
                </a:buClr>
                <a:buSzPts val="9600"/>
                <a:buFont typeface="Arial"/>
                <a:buNone/>
              </a:pPr>
              <a:r>
                <a:rPr b="1" i="0" lang="en-US" sz="9600" u="none" cap="none" strike="noStrike">
                  <a:solidFill>
                    <a:srgbClr val="FFFFFF"/>
                  </a:solidFill>
                  <a:latin typeface="Calibri"/>
                  <a:ea typeface="Calibri"/>
                  <a:cs typeface="Calibri"/>
                  <a:sym typeface="Calibri"/>
                </a:rPr>
                <a:t>sistema web</a:t>
              </a:r>
              <a:endParaRPr b="0" i="0" sz="1400" u="none" cap="none" strike="noStrike">
                <a:solidFill>
                  <a:srgbClr val="000000"/>
                </a:solidFill>
                <a:latin typeface="Arial"/>
                <a:ea typeface="Arial"/>
                <a:cs typeface="Arial"/>
                <a:sym typeface="Arial"/>
              </a:endParaRPr>
            </a:p>
          </p:txBody>
        </p:sp>
      </p:grpSp>
      <p:sp>
        <p:nvSpPr>
          <p:cNvPr id="353" name="Google Shape;353;p13"/>
          <p:cNvSpPr/>
          <p:nvPr/>
        </p:nvSpPr>
        <p:spPr>
          <a:xfrm>
            <a:off x="901703" y="6022343"/>
            <a:ext cx="6426231" cy="116871"/>
          </a:xfrm>
          <a:custGeom>
            <a:rect b="b" l="l" r="r" t="t"/>
            <a:pathLst>
              <a:path extrusionOk="0" h="155829" w="8568309">
                <a:moveTo>
                  <a:pt x="0" y="0"/>
                </a:moveTo>
                <a:lnTo>
                  <a:pt x="8568309" y="0"/>
                </a:lnTo>
                <a:lnTo>
                  <a:pt x="8568309" y="155829"/>
                </a:lnTo>
                <a:lnTo>
                  <a:pt x="0" y="155829"/>
                </a:lnTo>
                <a:close/>
              </a:path>
            </a:pathLst>
          </a:custGeom>
          <a:solidFill>
            <a:srgbClr val="F47920"/>
          </a:solidFill>
          <a:ln cap="sq" cmpd="sng" w="25400">
            <a:solidFill>
              <a:srgbClr val="F47920"/>
            </a:solidFill>
            <a:prstDash val="solid"/>
            <a:miter lim="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54" name="Google Shape;354;p13"/>
          <p:cNvGrpSpPr/>
          <p:nvPr/>
        </p:nvGrpSpPr>
        <p:grpSpPr>
          <a:xfrm>
            <a:off x="914400" y="6266498"/>
            <a:ext cx="16824960" cy="682942"/>
            <a:chOff x="0" y="-57150"/>
            <a:chExt cx="22433280" cy="910590"/>
          </a:xfrm>
        </p:grpSpPr>
        <p:sp>
          <p:nvSpPr>
            <p:cNvPr id="355" name="Google Shape;355;p13"/>
            <p:cNvSpPr/>
            <p:nvPr/>
          </p:nvSpPr>
          <p:spPr>
            <a:xfrm>
              <a:off x="0" y="0"/>
              <a:ext cx="22433280" cy="853440"/>
            </a:xfrm>
            <a:custGeom>
              <a:rect b="b" l="l" r="r" t="t"/>
              <a:pathLst>
                <a:path extrusionOk="0" h="853440" w="22433280">
                  <a:moveTo>
                    <a:pt x="0" y="0"/>
                  </a:moveTo>
                  <a:lnTo>
                    <a:pt x="22433280" y="0"/>
                  </a:lnTo>
                  <a:lnTo>
                    <a:pt x="22433280" y="853440"/>
                  </a:lnTo>
                  <a:lnTo>
                    <a:pt x="0" y="853440"/>
                  </a:lnTo>
                  <a:close/>
                </a:path>
              </a:pathLst>
            </a:custGeom>
            <a:blipFill rotWithShape="1">
              <a:blip r:embed="rId3">
                <a:alphaModFix amt="0"/>
              </a:blip>
              <a:stretch>
                <a:fillRect b="-462190" l="0" r="0" t="-46219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6" name="Google Shape;356;p13"/>
            <p:cNvSpPr txBox="1"/>
            <p:nvPr/>
          </p:nvSpPr>
          <p:spPr>
            <a:xfrm>
              <a:off x="0" y="-57150"/>
              <a:ext cx="22433280" cy="91059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00000"/>
                </a:buClr>
                <a:buSzPts val="2600"/>
                <a:buFont typeface="Arial"/>
                <a:buNone/>
              </a:pPr>
              <a:r>
                <a:rPr b="0" i="0" lang="en-US" sz="2600" u="none" cap="none" strike="noStrike">
                  <a:solidFill>
                    <a:srgbClr val="F47920"/>
                  </a:solidFill>
                  <a:latin typeface="Calibri"/>
                  <a:ea typeface="Calibri"/>
                  <a:cs typeface="Calibri"/>
                  <a:sym typeface="Calibri"/>
                </a:rPr>
                <a:t>Puertas Blindadas · Sistema de Inventario</a:t>
              </a:r>
              <a:endParaRPr b="0" i="0" sz="1400" u="none" cap="none" strike="noStrike">
                <a:solidFill>
                  <a:srgbClr val="000000"/>
                </a:solidFill>
                <a:latin typeface="Arial"/>
                <a:ea typeface="Arial"/>
                <a:cs typeface="Arial"/>
                <a:sym typeface="Arial"/>
              </a:endParaRPr>
            </a:p>
          </p:txBody>
        </p:sp>
      </p:grpSp>
      <p:sp>
        <p:nvSpPr>
          <p:cNvPr id="357" name="Google Shape;357;p13"/>
          <p:cNvSpPr/>
          <p:nvPr/>
        </p:nvSpPr>
        <p:spPr>
          <a:xfrm>
            <a:off x="14251943" y="2730503"/>
            <a:ext cx="2768631" cy="2768631"/>
          </a:xfrm>
          <a:custGeom>
            <a:rect b="b" l="l" r="r" t="t"/>
            <a:pathLst>
              <a:path extrusionOk="0" h="3691509" w="3691509">
                <a:moveTo>
                  <a:pt x="0" y="1845691"/>
                </a:moveTo>
                <a:cubicBezTo>
                  <a:pt x="0" y="826389"/>
                  <a:pt x="826389" y="0"/>
                  <a:pt x="1845691" y="0"/>
                </a:cubicBezTo>
                <a:cubicBezTo>
                  <a:pt x="2864993" y="0"/>
                  <a:pt x="3691509" y="826389"/>
                  <a:pt x="3691509" y="1845691"/>
                </a:cubicBezTo>
                <a:cubicBezTo>
                  <a:pt x="3691509" y="2864993"/>
                  <a:pt x="2865120" y="3691509"/>
                  <a:pt x="1845691" y="3691509"/>
                </a:cubicBezTo>
                <a:cubicBezTo>
                  <a:pt x="826262" y="3691509"/>
                  <a:pt x="0" y="2865120"/>
                  <a:pt x="0" y="1845691"/>
                </a:cubicBezTo>
                <a:close/>
              </a:path>
            </a:pathLst>
          </a:custGeom>
          <a:solidFill>
            <a:srgbClr val="F47920"/>
          </a:solidFill>
          <a:ln cap="sq" cmpd="sng" w="25400">
            <a:solidFill>
              <a:srgbClr val="F47920"/>
            </a:solidFill>
            <a:prstDash val="solid"/>
            <a:miter lim="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58" name="Google Shape;358;p13"/>
          <p:cNvGrpSpPr/>
          <p:nvPr/>
        </p:nvGrpSpPr>
        <p:grpSpPr>
          <a:xfrm>
            <a:off x="14264640" y="2636044"/>
            <a:ext cx="2743200" cy="2850356"/>
            <a:chOff x="0" y="-142875"/>
            <a:chExt cx="3657600" cy="3800475"/>
          </a:xfrm>
        </p:grpSpPr>
        <p:sp>
          <p:nvSpPr>
            <p:cNvPr id="359" name="Google Shape;359;p13"/>
            <p:cNvSpPr/>
            <p:nvPr/>
          </p:nvSpPr>
          <p:spPr>
            <a:xfrm>
              <a:off x="0" y="0"/>
              <a:ext cx="3657600" cy="3657600"/>
            </a:xfrm>
            <a:custGeom>
              <a:rect b="b" l="l" r="r" t="t"/>
              <a:pathLst>
                <a:path extrusionOk="0" h="3657600" w="3657600">
                  <a:moveTo>
                    <a:pt x="0" y="0"/>
                  </a:moveTo>
                  <a:lnTo>
                    <a:pt x="3657600" y="0"/>
                  </a:lnTo>
                  <a:lnTo>
                    <a:pt x="3657600" y="3657600"/>
                  </a:lnTo>
                  <a:lnTo>
                    <a:pt x="0" y="3657600"/>
                  </a:lnTo>
                  <a:close/>
                </a:path>
              </a:pathLst>
            </a:custGeom>
            <a:blipFill rotWithShape="1">
              <a:blip r:embed="rId3">
                <a:alphaModFix amt="0"/>
              </a:blip>
              <a:stretch>
                <a:fillRect b="0" l="-78304" r="-78304"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0" name="Google Shape;360;p13"/>
            <p:cNvSpPr txBox="1"/>
            <p:nvPr/>
          </p:nvSpPr>
          <p:spPr>
            <a:xfrm>
              <a:off x="0" y="-142875"/>
              <a:ext cx="3657600" cy="3800475"/>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000000"/>
                </a:buClr>
                <a:buSzPts val="7200"/>
                <a:buFont typeface="Arial"/>
                <a:buNone/>
              </a:pPr>
              <a:r>
                <a:rPr b="0" i="0" lang="en-US" sz="7200" u="none" cap="none" strike="noStrike">
                  <a:solidFill>
                    <a:srgbClr val="FFFFFF"/>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grpSp>
      <p:grpSp>
        <p:nvGrpSpPr>
          <p:cNvPr id="361" name="Google Shape;361;p13"/>
          <p:cNvGrpSpPr/>
          <p:nvPr/>
        </p:nvGrpSpPr>
        <p:grpSpPr>
          <a:xfrm>
            <a:off x="640080" y="9755505"/>
            <a:ext cx="17007840" cy="430911"/>
            <a:chOff x="0" y="-38100"/>
            <a:chExt cx="22677120" cy="574548"/>
          </a:xfrm>
        </p:grpSpPr>
        <p:sp>
          <p:nvSpPr>
            <p:cNvPr id="362" name="Google Shape;362;p13"/>
            <p:cNvSpPr/>
            <p:nvPr/>
          </p:nvSpPr>
          <p:spPr>
            <a:xfrm>
              <a:off x="0" y="0"/>
              <a:ext cx="22677120" cy="536448"/>
            </a:xfrm>
            <a:custGeom>
              <a:rect b="b" l="l" r="r" t="t"/>
              <a:pathLst>
                <a:path extrusionOk="0" h="536448" w="22677120">
                  <a:moveTo>
                    <a:pt x="0" y="0"/>
                  </a:moveTo>
                  <a:lnTo>
                    <a:pt x="22677120" y="0"/>
                  </a:lnTo>
                  <a:lnTo>
                    <a:pt x="22677120" y="536448"/>
                  </a:lnTo>
                  <a:lnTo>
                    <a:pt x="0" y="536448"/>
                  </a:lnTo>
                  <a:close/>
                </a:path>
              </a:pathLst>
            </a:custGeom>
            <a:blipFill rotWithShape="1">
              <a:blip r:embed="rId3">
                <a:alphaModFix amt="0"/>
              </a:blip>
              <a:stretch>
                <a:fillRect b="-773724" l="0" r="0" t="-773724"/>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3" name="Google Shape;363;p13"/>
            <p:cNvSpPr txBox="1"/>
            <p:nvPr/>
          </p:nvSpPr>
          <p:spPr>
            <a:xfrm>
              <a:off x="0" y="-38100"/>
              <a:ext cx="22677120" cy="574548"/>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00000"/>
                </a:buClr>
                <a:buSzPts val="1800"/>
                <a:buFont typeface="Arial"/>
                <a:buNone/>
              </a:pPr>
              <a:r>
                <a:rPr b="0" i="0" lang="en-US" sz="1800" u="none" cap="none" strike="noStrike">
                  <a:solidFill>
                    <a:srgbClr val="9CA3AF"/>
                  </a:solidFill>
                  <a:latin typeface="Calibri"/>
                  <a:ea typeface="Calibri"/>
                  <a:cs typeface="Calibri"/>
                  <a:sym typeface="Calibri"/>
                </a:rPr>
                <a:t>Puertas Blindadas · Ingeniería de Software II · 2026</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A1A"/>
        </a:solidFill>
      </p:bgPr>
    </p:bg>
    <p:spTree>
      <p:nvGrpSpPr>
        <p:cNvPr id="367" name="Shape 367"/>
        <p:cNvGrpSpPr/>
        <p:nvPr/>
      </p:nvGrpSpPr>
      <p:grpSpPr>
        <a:xfrm>
          <a:off x="0" y="0"/>
          <a:ext cx="0" cy="0"/>
          <a:chOff x="0" y="0"/>
          <a:chExt cx="0" cy="0"/>
        </a:xfrm>
      </p:grpSpPr>
      <p:grpSp>
        <p:nvGrpSpPr>
          <p:cNvPr id="368" name="Google Shape;368;p12"/>
          <p:cNvGrpSpPr/>
          <p:nvPr/>
        </p:nvGrpSpPr>
        <p:grpSpPr>
          <a:xfrm>
            <a:off x="511419" y="468630"/>
            <a:ext cx="9403600" cy="1062990"/>
            <a:chOff x="0" y="-76200"/>
            <a:chExt cx="12538133" cy="1417320"/>
          </a:xfrm>
        </p:grpSpPr>
        <p:sp>
          <p:nvSpPr>
            <p:cNvPr id="369" name="Google Shape;369;p12"/>
            <p:cNvSpPr/>
            <p:nvPr/>
          </p:nvSpPr>
          <p:spPr>
            <a:xfrm>
              <a:off x="0" y="0"/>
              <a:ext cx="12366692" cy="1341120"/>
            </a:xfrm>
            <a:custGeom>
              <a:rect b="b" l="l" r="r" t="t"/>
              <a:pathLst>
                <a:path extrusionOk="0" h="1341120" w="12366692">
                  <a:moveTo>
                    <a:pt x="0" y="0"/>
                  </a:moveTo>
                  <a:lnTo>
                    <a:pt x="12366692" y="0"/>
                  </a:lnTo>
                  <a:lnTo>
                    <a:pt x="12366692" y="1341120"/>
                  </a:lnTo>
                  <a:lnTo>
                    <a:pt x="0" y="1341120"/>
                  </a:lnTo>
                  <a:close/>
                </a:path>
              </a:pathLst>
            </a:custGeom>
            <a:blipFill rotWithShape="1">
              <a:blip r:embed="rId3">
                <a:alphaModFix amt="0"/>
              </a:blip>
              <a:stretch>
                <a:fillRect b="-279467" l="0" r="-83372" t="-279467"/>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0" name="Google Shape;370;p12"/>
            <p:cNvSpPr txBox="1"/>
            <p:nvPr/>
          </p:nvSpPr>
          <p:spPr>
            <a:xfrm>
              <a:off x="171533" y="-76200"/>
              <a:ext cx="12366600" cy="14172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00000"/>
                </a:buClr>
                <a:buSzPts val="4400"/>
                <a:buFont typeface="Arial"/>
                <a:buNone/>
              </a:pPr>
              <a:r>
                <a:rPr b="1" i="0" lang="en-US" sz="4400" u="none" cap="none" strike="noStrike">
                  <a:solidFill>
                    <a:srgbClr val="FFFFFF"/>
                  </a:solidFill>
                  <a:latin typeface="Calibri"/>
                  <a:ea typeface="Calibri"/>
                  <a:cs typeface="Calibri"/>
                  <a:sym typeface="Calibri"/>
                </a:rPr>
                <a:t>Product Backlog</a:t>
              </a:r>
              <a:endParaRPr b="0" i="0" sz="1400" u="none" cap="none" strike="noStrike">
                <a:solidFill>
                  <a:srgbClr val="000000"/>
                </a:solidFill>
                <a:latin typeface="Arial"/>
                <a:ea typeface="Arial"/>
                <a:cs typeface="Arial"/>
                <a:sym typeface="Arial"/>
              </a:endParaRPr>
            </a:p>
          </p:txBody>
        </p:sp>
      </p:grpSp>
      <p:sp>
        <p:nvSpPr>
          <p:cNvPr id="371" name="Google Shape;371;p12"/>
          <p:cNvSpPr/>
          <p:nvPr/>
        </p:nvSpPr>
        <p:spPr>
          <a:xfrm>
            <a:off x="-12697" y="-12697"/>
            <a:ext cx="244887" cy="10312432"/>
          </a:xfrm>
          <a:custGeom>
            <a:rect b="b" l="l" r="r" t="t"/>
            <a:pathLst>
              <a:path extrusionOk="0" h="13749910" w="326517">
                <a:moveTo>
                  <a:pt x="0" y="0"/>
                </a:moveTo>
                <a:lnTo>
                  <a:pt x="326517" y="0"/>
                </a:lnTo>
                <a:lnTo>
                  <a:pt x="326517" y="13749910"/>
                </a:lnTo>
                <a:lnTo>
                  <a:pt x="0" y="13749910"/>
                </a:lnTo>
                <a:close/>
              </a:path>
            </a:pathLst>
          </a:custGeom>
          <a:solidFill>
            <a:srgbClr val="F47920"/>
          </a:solidFill>
          <a:ln cap="sq" cmpd="sng" w="25400">
            <a:solidFill>
              <a:srgbClr val="F47920"/>
            </a:solidFill>
            <a:prstDash val="solid"/>
            <a:miter lim="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2" name="Google Shape;372;p12"/>
          <p:cNvSpPr/>
          <p:nvPr/>
        </p:nvSpPr>
        <p:spPr>
          <a:xfrm>
            <a:off x="206759" y="-12697"/>
            <a:ext cx="18093975" cy="135159"/>
          </a:xfrm>
          <a:custGeom>
            <a:rect b="b" l="l" r="r" t="t"/>
            <a:pathLst>
              <a:path extrusionOk="0" h="180213" w="24125301">
                <a:moveTo>
                  <a:pt x="0" y="0"/>
                </a:moveTo>
                <a:lnTo>
                  <a:pt x="24125301" y="0"/>
                </a:lnTo>
                <a:lnTo>
                  <a:pt x="24125301" y="180213"/>
                </a:lnTo>
                <a:lnTo>
                  <a:pt x="0" y="180213"/>
                </a:lnTo>
                <a:close/>
              </a:path>
            </a:pathLst>
          </a:custGeom>
          <a:solidFill>
            <a:srgbClr val="F47920"/>
          </a:solidFill>
          <a:ln cap="sq" cmpd="sng" w="25400">
            <a:solidFill>
              <a:srgbClr val="F47920"/>
            </a:solidFill>
            <a:prstDash val="solid"/>
            <a:miter lim="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73" name="Google Shape;373;p12"/>
          <p:cNvGrpSpPr/>
          <p:nvPr/>
        </p:nvGrpSpPr>
        <p:grpSpPr>
          <a:xfrm>
            <a:off x="640080" y="9755505"/>
            <a:ext cx="17007840" cy="430911"/>
            <a:chOff x="0" y="-38100"/>
            <a:chExt cx="22677120" cy="574548"/>
          </a:xfrm>
        </p:grpSpPr>
        <p:sp>
          <p:nvSpPr>
            <p:cNvPr id="374" name="Google Shape;374;p12"/>
            <p:cNvSpPr/>
            <p:nvPr/>
          </p:nvSpPr>
          <p:spPr>
            <a:xfrm>
              <a:off x="0" y="0"/>
              <a:ext cx="22677120" cy="536448"/>
            </a:xfrm>
            <a:custGeom>
              <a:rect b="b" l="l" r="r" t="t"/>
              <a:pathLst>
                <a:path extrusionOk="0" h="536448" w="22677120">
                  <a:moveTo>
                    <a:pt x="0" y="0"/>
                  </a:moveTo>
                  <a:lnTo>
                    <a:pt x="22677120" y="0"/>
                  </a:lnTo>
                  <a:lnTo>
                    <a:pt x="22677120" y="536448"/>
                  </a:lnTo>
                  <a:lnTo>
                    <a:pt x="0" y="536448"/>
                  </a:lnTo>
                  <a:close/>
                </a:path>
              </a:pathLst>
            </a:custGeom>
            <a:blipFill rotWithShape="1">
              <a:blip r:embed="rId3">
                <a:alphaModFix amt="0"/>
              </a:blip>
              <a:stretch>
                <a:fillRect b="-773724" l="0" r="0" t="-773724"/>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5" name="Google Shape;375;p12"/>
            <p:cNvSpPr txBox="1"/>
            <p:nvPr/>
          </p:nvSpPr>
          <p:spPr>
            <a:xfrm>
              <a:off x="0" y="-38100"/>
              <a:ext cx="22677120" cy="574548"/>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00000"/>
                </a:buClr>
                <a:buSzPts val="1800"/>
                <a:buFont typeface="Arial"/>
                <a:buNone/>
              </a:pPr>
              <a:r>
                <a:rPr b="0" i="0" lang="en-US" sz="1800" u="none" cap="none" strike="noStrike">
                  <a:solidFill>
                    <a:srgbClr val="9CA3AF"/>
                  </a:solidFill>
                  <a:latin typeface="Calibri"/>
                  <a:ea typeface="Calibri"/>
                  <a:cs typeface="Calibri"/>
                  <a:sym typeface="Calibri"/>
                </a:rPr>
                <a:t>Puertas Blindadas · Ingeniería de Software II · 2026</a:t>
              </a:r>
              <a:endParaRPr b="0" i="0" sz="1400" u="none" cap="none" strike="noStrike">
                <a:solidFill>
                  <a:srgbClr val="000000"/>
                </a:solidFill>
                <a:latin typeface="Arial"/>
                <a:ea typeface="Arial"/>
                <a:cs typeface="Arial"/>
                <a:sym typeface="Arial"/>
              </a:endParaRPr>
            </a:p>
          </p:txBody>
        </p:sp>
      </p:grpSp>
      <p:sp>
        <p:nvSpPr>
          <p:cNvPr id="376" name="Google Shape;376;p12"/>
          <p:cNvSpPr/>
          <p:nvPr/>
        </p:nvSpPr>
        <p:spPr>
          <a:xfrm>
            <a:off x="3847519" y="6771555"/>
            <a:ext cx="9275019" cy="1005840"/>
          </a:xfrm>
          <a:custGeom>
            <a:rect b="b" l="l" r="r" t="t"/>
            <a:pathLst>
              <a:path extrusionOk="0" h="1341120" w="12366692">
                <a:moveTo>
                  <a:pt x="0" y="0"/>
                </a:moveTo>
                <a:lnTo>
                  <a:pt x="12366692" y="0"/>
                </a:lnTo>
                <a:lnTo>
                  <a:pt x="12366692" y="1341120"/>
                </a:lnTo>
                <a:lnTo>
                  <a:pt x="0" y="1341120"/>
                </a:lnTo>
                <a:close/>
              </a:path>
            </a:pathLst>
          </a:custGeom>
          <a:blipFill rotWithShape="1">
            <a:blip r:embed="rId3">
              <a:alphaModFix amt="0"/>
            </a:blip>
            <a:stretch>
              <a:fillRect b="-279461" l="0" r="-83368" t="-279474"/>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77" name="Google Shape;377;p12"/>
          <p:cNvPicPr preferRelativeResize="0"/>
          <p:nvPr/>
        </p:nvPicPr>
        <p:blipFill>
          <a:blip r:embed="rId4">
            <a:alphaModFix/>
          </a:blip>
          <a:stretch>
            <a:fillRect/>
          </a:stretch>
        </p:blipFill>
        <p:spPr>
          <a:xfrm>
            <a:off x="384600" y="1684025"/>
            <a:ext cx="17655976" cy="57535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A1A"/>
        </a:solidFill>
      </p:bgPr>
    </p:bg>
    <p:spTree>
      <p:nvGrpSpPr>
        <p:cNvPr id="381" name="Shape 381"/>
        <p:cNvGrpSpPr/>
        <p:nvPr/>
      </p:nvGrpSpPr>
      <p:grpSpPr>
        <a:xfrm>
          <a:off x="0" y="0"/>
          <a:ext cx="0" cy="0"/>
          <a:chOff x="0" y="0"/>
          <a:chExt cx="0" cy="0"/>
        </a:xfrm>
      </p:grpSpPr>
      <p:grpSp>
        <p:nvGrpSpPr>
          <p:cNvPr id="382" name="Google Shape;382;g3edd4c675fa_1_0"/>
          <p:cNvGrpSpPr/>
          <p:nvPr/>
        </p:nvGrpSpPr>
        <p:grpSpPr>
          <a:xfrm>
            <a:off x="640080" y="468630"/>
            <a:ext cx="9041625" cy="1062990"/>
            <a:chOff x="0" y="-76200"/>
            <a:chExt cx="12055500" cy="1417320"/>
          </a:xfrm>
        </p:grpSpPr>
        <p:sp>
          <p:nvSpPr>
            <p:cNvPr id="383" name="Google Shape;383;g3edd4c675fa_1_0"/>
            <p:cNvSpPr/>
            <p:nvPr/>
          </p:nvSpPr>
          <p:spPr>
            <a:xfrm>
              <a:off x="0" y="0"/>
              <a:ext cx="12055481" cy="1341120"/>
            </a:xfrm>
            <a:custGeom>
              <a:rect b="b" l="l" r="r" t="t"/>
              <a:pathLst>
                <a:path extrusionOk="0" h="1341120" w="12055481">
                  <a:moveTo>
                    <a:pt x="0" y="0"/>
                  </a:moveTo>
                  <a:lnTo>
                    <a:pt x="12055481" y="0"/>
                  </a:lnTo>
                  <a:lnTo>
                    <a:pt x="12055481" y="1341120"/>
                  </a:lnTo>
                  <a:lnTo>
                    <a:pt x="0" y="1341120"/>
                  </a:lnTo>
                  <a:close/>
                </a:path>
              </a:pathLst>
            </a:custGeom>
            <a:blipFill rotWithShape="1">
              <a:blip r:embed="rId3">
                <a:alphaModFix amt="0"/>
              </a:blip>
              <a:stretch>
                <a:fillRect b="-279461" l="0" r="-88101" t="-279474"/>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4" name="Google Shape;384;g3edd4c675fa_1_0"/>
            <p:cNvSpPr txBox="1"/>
            <p:nvPr/>
          </p:nvSpPr>
          <p:spPr>
            <a:xfrm>
              <a:off x="0" y="-76200"/>
              <a:ext cx="12055500" cy="14172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00000"/>
                </a:buClr>
                <a:buSzPts val="4400"/>
                <a:buFont typeface="Arial"/>
                <a:buNone/>
              </a:pPr>
              <a:r>
                <a:rPr b="1" i="0" lang="en-US" sz="4400" u="none" cap="none" strike="noStrike">
                  <a:solidFill>
                    <a:srgbClr val="FFFFFF"/>
                  </a:solidFill>
                  <a:latin typeface="Calibri"/>
                  <a:ea typeface="Calibri"/>
                  <a:cs typeface="Calibri"/>
                  <a:sym typeface="Calibri"/>
                </a:rPr>
                <a:t>Burn up</a:t>
              </a:r>
              <a:endParaRPr b="1" i="0" sz="4400" u="none" cap="none" strike="noStrike">
                <a:solidFill>
                  <a:srgbClr val="FFFFFF"/>
                </a:solidFill>
                <a:latin typeface="Calibri"/>
                <a:ea typeface="Calibri"/>
                <a:cs typeface="Calibri"/>
                <a:sym typeface="Calibri"/>
              </a:endParaRPr>
            </a:p>
          </p:txBody>
        </p:sp>
      </p:grpSp>
      <p:sp>
        <p:nvSpPr>
          <p:cNvPr id="385" name="Google Shape;385;g3edd4c675fa_1_0"/>
          <p:cNvSpPr/>
          <p:nvPr/>
        </p:nvSpPr>
        <p:spPr>
          <a:xfrm>
            <a:off x="-12697" y="-12697"/>
            <a:ext cx="244888" cy="10312433"/>
          </a:xfrm>
          <a:custGeom>
            <a:rect b="b" l="l" r="r" t="t"/>
            <a:pathLst>
              <a:path extrusionOk="0" h="13749910" w="326517">
                <a:moveTo>
                  <a:pt x="0" y="0"/>
                </a:moveTo>
                <a:lnTo>
                  <a:pt x="326517" y="0"/>
                </a:lnTo>
                <a:lnTo>
                  <a:pt x="326517" y="13749910"/>
                </a:lnTo>
                <a:lnTo>
                  <a:pt x="0" y="13749910"/>
                </a:lnTo>
                <a:close/>
              </a:path>
            </a:pathLst>
          </a:custGeom>
          <a:solidFill>
            <a:srgbClr val="F47920"/>
          </a:solidFill>
          <a:ln cap="sq" cmpd="sng" w="25400">
            <a:solidFill>
              <a:srgbClr val="F47920"/>
            </a:solidFill>
            <a:prstDash val="solid"/>
            <a:miter lim="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6" name="Google Shape;386;g3edd4c675fa_1_0"/>
          <p:cNvSpPr/>
          <p:nvPr/>
        </p:nvSpPr>
        <p:spPr>
          <a:xfrm>
            <a:off x="206759" y="-12697"/>
            <a:ext cx="18093976" cy="135160"/>
          </a:xfrm>
          <a:custGeom>
            <a:rect b="b" l="l" r="r" t="t"/>
            <a:pathLst>
              <a:path extrusionOk="0" h="180213" w="24125301">
                <a:moveTo>
                  <a:pt x="0" y="0"/>
                </a:moveTo>
                <a:lnTo>
                  <a:pt x="24125301" y="0"/>
                </a:lnTo>
                <a:lnTo>
                  <a:pt x="24125301" y="180213"/>
                </a:lnTo>
                <a:lnTo>
                  <a:pt x="0" y="180213"/>
                </a:lnTo>
                <a:close/>
              </a:path>
            </a:pathLst>
          </a:custGeom>
          <a:solidFill>
            <a:srgbClr val="F47920"/>
          </a:solidFill>
          <a:ln cap="sq" cmpd="sng" w="25400">
            <a:solidFill>
              <a:srgbClr val="F47920"/>
            </a:solidFill>
            <a:prstDash val="solid"/>
            <a:miter lim="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87" name="Google Shape;387;g3edd4c675fa_1_0"/>
          <p:cNvGrpSpPr/>
          <p:nvPr/>
        </p:nvGrpSpPr>
        <p:grpSpPr>
          <a:xfrm>
            <a:off x="640080" y="9755505"/>
            <a:ext cx="17007840" cy="430911"/>
            <a:chOff x="0" y="-38100"/>
            <a:chExt cx="22677120" cy="574548"/>
          </a:xfrm>
        </p:grpSpPr>
        <p:sp>
          <p:nvSpPr>
            <p:cNvPr id="388" name="Google Shape;388;g3edd4c675fa_1_0"/>
            <p:cNvSpPr/>
            <p:nvPr/>
          </p:nvSpPr>
          <p:spPr>
            <a:xfrm>
              <a:off x="0" y="0"/>
              <a:ext cx="22677120" cy="536448"/>
            </a:xfrm>
            <a:custGeom>
              <a:rect b="b" l="l" r="r" t="t"/>
              <a:pathLst>
                <a:path extrusionOk="0" h="536448" w="22677120">
                  <a:moveTo>
                    <a:pt x="0" y="0"/>
                  </a:moveTo>
                  <a:lnTo>
                    <a:pt x="22677120" y="0"/>
                  </a:lnTo>
                  <a:lnTo>
                    <a:pt x="22677120" y="536448"/>
                  </a:lnTo>
                  <a:lnTo>
                    <a:pt x="0" y="536448"/>
                  </a:lnTo>
                  <a:close/>
                </a:path>
              </a:pathLst>
            </a:custGeom>
            <a:blipFill rotWithShape="1">
              <a:blip r:embed="rId3">
                <a:alphaModFix amt="0"/>
              </a:blip>
              <a:stretch>
                <a:fillRect b="-773724" l="0" r="0" t="-773724"/>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9" name="Google Shape;389;g3edd4c675fa_1_0"/>
            <p:cNvSpPr txBox="1"/>
            <p:nvPr/>
          </p:nvSpPr>
          <p:spPr>
            <a:xfrm>
              <a:off x="0" y="-38100"/>
              <a:ext cx="22677000" cy="5745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00000"/>
                </a:buClr>
                <a:buSzPts val="1800"/>
                <a:buFont typeface="Arial"/>
                <a:buNone/>
              </a:pPr>
              <a:r>
                <a:rPr b="0" i="0" lang="en-US" sz="1800" u="none" cap="none" strike="noStrike">
                  <a:solidFill>
                    <a:srgbClr val="9CA3AF"/>
                  </a:solidFill>
                  <a:latin typeface="Calibri"/>
                  <a:ea typeface="Calibri"/>
                  <a:cs typeface="Calibri"/>
                  <a:sym typeface="Calibri"/>
                </a:rPr>
                <a:t>Puertas Blindadas · Ingeniería de Software II · 2026</a:t>
              </a:r>
              <a:endParaRPr b="0" i="0" sz="1400" u="none" cap="none" strike="noStrike">
                <a:solidFill>
                  <a:srgbClr val="000000"/>
                </a:solidFill>
                <a:latin typeface="Arial"/>
                <a:ea typeface="Arial"/>
                <a:cs typeface="Arial"/>
                <a:sym typeface="Arial"/>
              </a:endParaRPr>
            </a:p>
          </p:txBody>
        </p:sp>
      </p:grpSp>
      <p:sp>
        <p:nvSpPr>
          <p:cNvPr id="390" name="Google Shape;390;g3edd4c675fa_1_0"/>
          <p:cNvSpPr/>
          <p:nvPr/>
        </p:nvSpPr>
        <p:spPr>
          <a:xfrm>
            <a:off x="4306555" y="8683493"/>
            <a:ext cx="9041611" cy="1005840"/>
          </a:xfrm>
          <a:custGeom>
            <a:rect b="b" l="l" r="r" t="t"/>
            <a:pathLst>
              <a:path extrusionOk="0" h="1341120" w="12055481">
                <a:moveTo>
                  <a:pt x="0" y="0"/>
                </a:moveTo>
                <a:lnTo>
                  <a:pt x="12055481" y="0"/>
                </a:lnTo>
                <a:lnTo>
                  <a:pt x="12055481" y="1341120"/>
                </a:lnTo>
                <a:lnTo>
                  <a:pt x="0" y="1341120"/>
                </a:lnTo>
                <a:close/>
              </a:path>
            </a:pathLst>
          </a:custGeom>
          <a:blipFill rotWithShape="1">
            <a:blip r:embed="rId3">
              <a:alphaModFix amt="0"/>
            </a:blip>
            <a:stretch>
              <a:fillRect b="-279467" l="0" r="-88101" t="-279467"/>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91" name="Google Shape;391;g3edd4c675fa_1_0"/>
          <p:cNvPicPr preferRelativeResize="0"/>
          <p:nvPr/>
        </p:nvPicPr>
        <p:blipFill>
          <a:blip r:embed="rId4">
            <a:alphaModFix/>
          </a:blip>
          <a:stretch>
            <a:fillRect/>
          </a:stretch>
        </p:blipFill>
        <p:spPr>
          <a:xfrm>
            <a:off x="384603" y="1684026"/>
            <a:ext cx="17754245" cy="6825738"/>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A1A"/>
        </a:solidFill>
      </p:bgPr>
    </p:bg>
    <p:spTree>
      <p:nvGrpSpPr>
        <p:cNvPr id="395" name="Shape 395"/>
        <p:cNvGrpSpPr/>
        <p:nvPr/>
      </p:nvGrpSpPr>
      <p:grpSpPr>
        <a:xfrm>
          <a:off x="0" y="0"/>
          <a:ext cx="0" cy="0"/>
          <a:chOff x="0" y="0"/>
          <a:chExt cx="0" cy="0"/>
        </a:xfrm>
      </p:grpSpPr>
      <p:grpSp>
        <p:nvGrpSpPr>
          <p:cNvPr id="396" name="Google Shape;396;g3edd4c675fa_3_1"/>
          <p:cNvGrpSpPr/>
          <p:nvPr/>
        </p:nvGrpSpPr>
        <p:grpSpPr>
          <a:xfrm>
            <a:off x="640080" y="468630"/>
            <a:ext cx="9041625" cy="1062990"/>
            <a:chOff x="0" y="-76200"/>
            <a:chExt cx="12055500" cy="1417320"/>
          </a:xfrm>
        </p:grpSpPr>
        <p:sp>
          <p:nvSpPr>
            <p:cNvPr id="397" name="Google Shape;397;g3edd4c675fa_3_1"/>
            <p:cNvSpPr/>
            <p:nvPr/>
          </p:nvSpPr>
          <p:spPr>
            <a:xfrm>
              <a:off x="0" y="0"/>
              <a:ext cx="12055481" cy="1341120"/>
            </a:xfrm>
            <a:custGeom>
              <a:rect b="b" l="l" r="r" t="t"/>
              <a:pathLst>
                <a:path extrusionOk="0" h="1341120" w="12055481">
                  <a:moveTo>
                    <a:pt x="0" y="0"/>
                  </a:moveTo>
                  <a:lnTo>
                    <a:pt x="12055481" y="0"/>
                  </a:lnTo>
                  <a:lnTo>
                    <a:pt x="12055481" y="1341120"/>
                  </a:lnTo>
                  <a:lnTo>
                    <a:pt x="0" y="1341120"/>
                  </a:lnTo>
                  <a:close/>
                </a:path>
              </a:pathLst>
            </a:custGeom>
            <a:blipFill rotWithShape="1">
              <a:blip r:embed="rId3">
                <a:alphaModFix amt="0"/>
              </a:blip>
              <a:stretch>
                <a:fillRect b="-279461" l="0" r="-88101" t="-279474"/>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8" name="Google Shape;398;g3edd4c675fa_3_1"/>
            <p:cNvSpPr txBox="1"/>
            <p:nvPr/>
          </p:nvSpPr>
          <p:spPr>
            <a:xfrm>
              <a:off x="0" y="-76200"/>
              <a:ext cx="12055500" cy="14172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00000"/>
                </a:buClr>
                <a:buSzPts val="4400"/>
                <a:buFont typeface="Arial"/>
                <a:buNone/>
              </a:pPr>
              <a:r>
                <a:rPr b="1" i="0" lang="en-US" sz="4400" u="none" cap="none" strike="noStrike">
                  <a:solidFill>
                    <a:srgbClr val="FFFFFF"/>
                  </a:solidFill>
                  <a:latin typeface="Calibri"/>
                  <a:ea typeface="Calibri"/>
                  <a:cs typeface="Calibri"/>
                  <a:sym typeface="Calibri"/>
                </a:rPr>
                <a:t>Burn down</a:t>
              </a:r>
              <a:endParaRPr b="1" i="0" sz="4400" u="none" cap="none" strike="noStrike">
                <a:solidFill>
                  <a:srgbClr val="FFFFFF"/>
                </a:solidFill>
                <a:latin typeface="Calibri"/>
                <a:ea typeface="Calibri"/>
                <a:cs typeface="Calibri"/>
                <a:sym typeface="Calibri"/>
              </a:endParaRPr>
            </a:p>
          </p:txBody>
        </p:sp>
      </p:grpSp>
      <p:sp>
        <p:nvSpPr>
          <p:cNvPr id="399" name="Google Shape;399;g3edd4c675fa_3_1"/>
          <p:cNvSpPr/>
          <p:nvPr/>
        </p:nvSpPr>
        <p:spPr>
          <a:xfrm>
            <a:off x="-12697" y="-12697"/>
            <a:ext cx="244888" cy="10312433"/>
          </a:xfrm>
          <a:custGeom>
            <a:rect b="b" l="l" r="r" t="t"/>
            <a:pathLst>
              <a:path extrusionOk="0" h="13749910" w="326517">
                <a:moveTo>
                  <a:pt x="0" y="0"/>
                </a:moveTo>
                <a:lnTo>
                  <a:pt x="326517" y="0"/>
                </a:lnTo>
                <a:lnTo>
                  <a:pt x="326517" y="13749910"/>
                </a:lnTo>
                <a:lnTo>
                  <a:pt x="0" y="13749910"/>
                </a:lnTo>
                <a:close/>
              </a:path>
            </a:pathLst>
          </a:custGeom>
          <a:solidFill>
            <a:srgbClr val="F47920"/>
          </a:solidFill>
          <a:ln cap="sq" cmpd="sng" w="25400">
            <a:solidFill>
              <a:srgbClr val="F47920"/>
            </a:solidFill>
            <a:prstDash val="solid"/>
            <a:miter lim="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0" name="Google Shape;400;g3edd4c675fa_3_1"/>
          <p:cNvSpPr/>
          <p:nvPr/>
        </p:nvSpPr>
        <p:spPr>
          <a:xfrm>
            <a:off x="206759" y="-12697"/>
            <a:ext cx="18093976" cy="135160"/>
          </a:xfrm>
          <a:custGeom>
            <a:rect b="b" l="l" r="r" t="t"/>
            <a:pathLst>
              <a:path extrusionOk="0" h="180213" w="24125301">
                <a:moveTo>
                  <a:pt x="0" y="0"/>
                </a:moveTo>
                <a:lnTo>
                  <a:pt x="24125301" y="0"/>
                </a:lnTo>
                <a:lnTo>
                  <a:pt x="24125301" y="180213"/>
                </a:lnTo>
                <a:lnTo>
                  <a:pt x="0" y="180213"/>
                </a:lnTo>
                <a:close/>
              </a:path>
            </a:pathLst>
          </a:custGeom>
          <a:solidFill>
            <a:srgbClr val="F47920"/>
          </a:solidFill>
          <a:ln cap="sq" cmpd="sng" w="25400">
            <a:solidFill>
              <a:srgbClr val="F47920"/>
            </a:solidFill>
            <a:prstDash val="solid"/>
            <a:miter lim="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01" name="Google Shape;401;g3edd4c675fa_3_1"/>
          <p:cNvGrpSpPr/>
          <p:nvPr/>
        </p:nvGrpSpPr>
        <p:grpSpPr>
          <a:xfrm>
            <a:off x="640080" y="9755505"/>
            <a:ext cx="17007840" cy="430911"/>
            <a:chOff x="0" y="-38100"/>
            <a:chExt cx="22677120" cy="574548"/>
          </a:xfrm>
        </p:grpSpPr>
        <p:sp>
          <p:nvSpPr>
            <p:cNvPr id="402" name="Google Shape;402;g3edd4c675fa_3_1"/>
            <p:cNvSpPr/>
            <p:nvPr/>
          </p:nvSpPr>
          <p:spPr>
            <a:xfrm>
              <a:off x="0" y="0"/>
              <a:ext cx="22677120" cy="536448"/>
            </a:xfrm>
            <a:custGeom>
              <a:rect b="b" l="l" r="r" t="t"/>
              <a:pathLst>
                <a:path extrusionOk="0" h="536448" w="22677120">
                  <a:moveTo>
                    <a:pt x="0" y="0"/>
                  </a:moveTo>
                  <a:lnTo>
                    <a:pt x="22677120" y="0"/>
                  </a:lnTo>
                  <a:lnTo>
                    <a:pt x="22677120" y="536448"/>
                  </a:lnTo>
                  <a:lnTo>
                    <a:pt x="0" y="536448"/>
                  </a:lnTo>
                  <a:close/>
                </a:path>
              </a:pathLst>
            </a:custGeom>
            <a:blipFill rotWithShape="1">
              <a:blip r:embed="rId3">
                <a:alphaModFix amt="0"/>
              </a:blip>
              <a:stretch>
                <a:fillRect b="-773724" l="0" r="0" t="-773724"/>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3" name="Google Shape;403;g3edd4c675fa_3_1"/>
            <p:cNvSpPr txBox="1"/>
            <p:nvPr/>
          </p:nvSpPr>
          <p:spPr>
            <a:xfrm>
              <a:off x="0" y="-38100"/>
              <a:ext cx="22677000" cy="5745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00000"/>
                </a:buClr>
                <a:buSzPts val="1800"/>
                <a:buFont typeface="Arial"/>
                <a:buNone/>
              </a:pPr>
              <a:r>
                <a:rPr b="0" i="0" lang="en-US" sz="1800" u="none" cap="none" strike="noStrike">
                  <a:solidFill>
                    <a:srgbClr val="9CA3AF"/>
                  </a:solidFill>
                  <a:latin typeface="Calibri"/>
                  <a:ea typeface="Calibri"/>
                  <a:cs typeface="Calibri"/>
                  <a:sym typeface="Calibri"/>
                </a:rPr>
                <a:t>Puertas Blindadas · Ingeniería de Software II · 2026</a:t>
              </a:r>
              <a:endParaRPr b="0" i="0" sz="1400" u="none" cap="none" strike="noStrike">
                <a:solidFill>
                  <a:srgbClr val="000000"/>
                </a:solidFill>
                <a:latin typeface="Arial"/>
                <a:ea typeface="Arial"/>
                <a:cs typeface="Arial"/>
                <a:sym typeface="Arial"/>
              </a:endParaRPr>
            </a:p>
          </p:txBody>
        </p:sp>
      </p:grpSp>
      <p:sp>
        <p:nvSpPr>
          <p:cNvPr id="404" name="Google Shape;404;g3edd4c675fa_3_1"/>
          <p:cNvSpPr/>
          <p:nvPr/>
        </p:nvSpPr>
        <p:spPr>
          <a:xfrm>
            <a:off x="4876505" y="7084705"/>
            <a:ext cx="9041611" cy="1005840"/>
          </a:xfrm>
          <a:custGeom>
            <a:rect b="b" l="l" r="r" t="t"/>
            <a:pathLst>
              <a:path extrusionOk="0" h="1341120" w="12055481">
                <a:moveTo>
                  <a:pt x="0" y="0"/>
                </a:moveTo>
                <a:lnTo>
                  <a:pt x="12055481" y="0"/>
                </a:lnTo>
                <a:lnTo>
                  <a:pt x="12055481" y="1341120"/>
                </a:lnTo>
                <a:lnTo>
                  <a:pt x="0" y="1341120"/>
                </a:lnTo>
                <a:close/>
              </a:path>
            </a:pathLst>
          </a:custGeom>
          <a:blipFill rotWithShape="1">
            <a:blip r:embed="rId3">
              <a:alphaModFix amt="0"/>
            </a:blip>
            <a:stretch>
              <a:fillRect b="-279467" l="0" r="-88101" t="-279467"/>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05" name="Google Shape;405;g3edd4c675fa_3_1"/>
          <p:cNvPicPr preferRelativeResize="0"/>
          <p:nvPr/>
        </p:nvPicPr>
        <p:blipFill>
          <a:blip r:embed="rId4">
            <a:alphaModFix/>
          </a:blip>
          <a:stretch>
            <a:fillRect/>
          </a:stretch>
        </p:blipFill>
        <p:spPr>
          <a:xfrm>
            <a:off x="384603" y="1684027"/>
            <a:ext cx="17441677" cy="68814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A1A"/>
        </a:solidFill>
      </p:bgPr>
    </p:bg>
    <p:spTree>
      <p:nvGrpSpPr>
        <p:cNvPr id="413" name="Shape 413"/>
        <p:cNvGrpSpPr/>
        <p:nvPr/>
      </p:nvGrpSpPr>
      <p:grpSpPr>
        <a:xfrm>
          <a:off x="0" y="0"/>
          <a:ext cx="0" cy="0"/>
          <a:chOff x="0" y="0"/>
          <a:chExt cx="0" cy="0"/>
        </a:xfrm>
      </p:grpSpPr>
      <p:sp>
        <p:nvSpPr>
          <p:cNvPr id="414" name="Google Shape;414;p14"/>
          <p:cNvSpPr/>
          <p:nvPr/>
        </p:nvSpPr>
        <p:spPr>
          <a:xfrm>
            <a:off x="-12697" y="-12697"/>
            <a:ext cx="354615" cy="10312432"/>
          </a:xfrm>
          <a:custGeom>
            <a:rect b="b" l="l" r="r" t="t"/>
            <a:pathLst>
              <a:path extrusionOk="0" h="13749910" w="472821">
                <a:moveTo>
                  <a:pt x="0" y="0"/>
                </a:moveTo>
                <a:lnTo>
                  <a:pt x="472821" y="0"/>
                </a:lnTo>
                <a:lnTo>
                  <a:pt x="472821" y="13749910"/>
                </a:lnTo>
                <a:lnTo>
                  <a:pt x="0" y="13749910"/>
                </a:lnTo>
                <a:close/>
              </a:path>
            </a:pathLst>
          </a:custGeom>
          <a:solidFill>
            <a:srgbClr val="F47920"/>
          </a:solidFill>
          <a:ln cap="sq" cmpd="sng" w="25400">
            <a:solidFill>
              <a:srgbClr val="F47920"/>
            </a:solidFill>
            <a:prstDash val="solid"/>
            <a:miter lim="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15" name="Google Shape;415;p14"/>
          <p:cNvGrpSpPr/>
          <p:nvPr/>
        </p:nvGrpSpPr>
        <p:grpSpPr>
          <a:xfrm>
            <a:off x="914400" y="970121"/>
            <a:ext cx="14264640" cy="675799"/>
            <a:chOff x="0" y="-47625"/>
            <a:chExt cx="19019520" cy="901065"/>
          </a:xfrm>
        </p:grpSpPr>
        <p:sp>
          <p:nvSpPr>
            <p:cNvPr id="416" name="Google Shape;416;p14"/>
            <p:cNvSpPr/>
            <p:nvPr/>
          </p:nvSpPr>
          <p:spPr>
            <a:xfrm>
              <a:off x="0" y="0"/>
              <a:ext cx="19019520" cy="853440"/>
            </a:xfrm>
            <a:custGeom>
              <a:rect b="b" l="l" r="r" t="t"/>
              <a:pathLst>
                <a:path extrusionOk="0" h="853440" w="19019520">
                  <a:moveTo>
                    <a:pt x="0" y="0"/>
                  </a:moveTo>
                  <a:lnTo>
                    <a:pt x="19019520" y="0"/>
                  </a:lnTo>
                  <a:lnTo>
                    <a:pt x="19019520" y="853440"/>
                  </a:lnTo>
                  <a:lnTo>
                    <a:pt x="0" y="853440"/>
                  </a:lnTo>
                  <a:close/>
                </a:path>
              </a:pathLst>
            </a:custGeom>
            <a:blipFill rotWithShape="1">
              <a:blip r:embed="rId3">
                <a:alphaModFix amt="0"/>
              </a:blip>
              <a:stretch>
                <a:fillRect b="-384254" l="0" r="0" t="-384254"/>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7" name="Google Shape;417;p14"/>
            <p:cNvSpPr txBox="1"/>
            <p:nvPr/>
          </p:nvSpPr>
          <p:spPr>
            <a:xfrm>
              <a:off x="0" y="-47625"/>
              <a:ext cx="19019520" cy="901065"/>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00000"/>
                </a:buClr>
                <a:buSzPts val="2200"/>
                <a:buFont typeface="Arial"/>
                <a:buNone/>
              </a:pPr>
              <a:r>
                <a:rPr b="1" i="0" lang="en-US" sz="2200" u="none" cap="none" strike="noStrike">
                  <a:solidFill>
                    <a:srgbClr val="F47920"/>
                  </a:solidFill>
                  <a:latin typeface="Calibri"/>
                  <a:ea typeface="Calibri"/>
                  <a:cs typeface="Calibri"/>
                  <a:sym typeface="Calibri"/>
                </a:rPr>
                <a:t>SISTEMA DE INVENTARIO</a:t>
              </a:r>
              <a:endParaRPr b="0" i="0" sz="1400" u="none" cap="none" strike="noStrike">
                <a:solidFill>
                  <a:srgbClr val="000000"/>
                </a:solidFill>
                <a:latin typeface="Arial"/>
                <a:ea typeface="Arial"/>
                <a:cs typeface="Arial"/>
                <a:sym typeface="Arial"/>
              </a:endParaRPr>
            </a:p>
          </p:txBody>
        </p:sp>
      </p:grpSp>
      <p:grpSp>
        <p:nvGrpSpPr>
          <p:cNvPr id="418" name="Google Shape;418;p14"/>
          <p:cNvGrpSpPr/>
          <p:nvPr/>
        </p:nvGrpSpPr>
        <p:grpSpPr>
          <a:xfrm>
            <a:off x="914400" y="1707356"/>
            <a:ext cx="14264640" cy="4510564"/>
            <a:chOff x="0" y="-161925"/>
            <a:chExt cx="19019520" cy="6014085"/>
          </a:xfrm>
        </p:grpSpPr>
        <p:sp>
          <p:nvSpPr>
            <p:cNvPr id="419" name="Google Shape;419;p14"/>
            <p:cNvSpPr/>
            <p:nvPr/>
          </p:nvSpPr>
          <p:spPr>
            <a:xfrm>
              <a:off x="0" y="0"/>
              <a:ext cx="19019520" cy="5852160"/>
            </a:xfrm>
            <a:custGeom>
              <a:rect b="b" l="l" r="r" t="t"/>
              <a:pathLst>
                <a:path extrusionOk="0" h="5852160" w="19019520">
                  <a:moveTo>
                    <a:pt x="0" y="0"/>
                  </a:moveTo>
                  <a:lnTo>
                    <a:pt x="19019520" y="0"/>
                  </a:lnTo>
                  <a:lnTo>
                    <a:pt x="19019520" y="5852160"/>
                  </a:lnTo>
                  <a:lnTo>
                    <a:pt x="0" y="5852160"/>
                  </a:lnTo>
                  <a:close/>
                </a:path>
              </a:pathLst>
            </a:custGeom>
            <a:blipFill rotWithShape="1">
              <a:blip r:embed="rId3">
                <a:alphaModFix amt="0"/>
              </a:blip>
              <a:stretch>
                <a:fillRect b="-13326" l="0" r="0" t="-13326"/>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0" name="Google Shape;420;p14"/>
            <p:cNvSpPr txBox="1"/>
            <p:nvPr/>
          </p:nvSpPr>
          <p:spPr>
            <a:xfrm>
              <a:off x="0" y="-161925"/>
              <a:ext cx="19019520" cy="6014085"/>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00000"/>
                </a:buClr>
                <a:buSzPts val="8000"/>
                <a:buFont typeface="Arial"/>
                <a:buNone/>
              </a:pPr>
              <a:r>
                <a:rPr b="1" i="0" lang="en-US" sz="8000" u="none" cap="none" strike="noStrike">
                  <a:solidFill>
                    <a:srgbClr val="FFFFFF"/>
                  </a:solidFill>
                  <a:latin typeface="Calibri"/>
                  <a:ea typeface="Calibri"/>
                  <a:cs typeface="Calibri"/>
                  <a:sym typeface="Calibri"/>
                </a:rPr>
                <a:t>PROYECTO INGENIERÍA</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0"/>
                </a:spcBef>
                <a:spcAft>
                  <a:spcPts val="0"/>
                </a:spcAft>
                <a:buClr>
                  <a:srgbClr val="000000"/>
                </a:buClr>
                <a:buSzPts val="8000"/>
                <a:buFont typeface="Arial"/>
                <a:buNone/>
              </a:pPr>
              <a:r>
                <a:rPr b="1" i="0" lang="en-US" sz="8000" u="none" cap="none" strike="noStrike">
                  <a:solidFill>
                    <a:srgbClr val="FFFFFF"/>
                  </a:solidFill>
                  <a:latin typeface="Calibri"/>
                  <a:ea typeface="Calibri"/>
                  <a:cs typeface="Calibri"/>
                  <a:sym typeface="Calibri"/>
                </a:rPr>
                <a:t>DE SOFTWARE II</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0"/>
                </a:spcBef>
                <a:spcAft>
                  <a:spcPts val="0"/>
                </a:spcAft>
                <a:buClr>
                  <a:srgbClr val="000000"/>
                </a:buClr>
                <a:buSzPts val="8000"/>
                <a:buFont typeface="Arial"/>
                <a:buNone/>
              </a:pPr>
              <a:r>
                <a:rPr b="1" i="0" lang="en-US" sz="8000" u="none" cap="none" strike="noStrike">
                  <a:solidFill>
                    <a:srgbClr val="FFFFFF"/>
                  </a:solidFill>
                  <a:latin typeface="Calibri"/>
                  <a:ea typeface="Calibri"/>
                  <a:cs typeface="Calibri"/>
                  <a:sym typeface="Calibri"/>
                </a:rPr>
                <a:t>INCREMENTO </a:t>
              </a:r>
              <a:r>
                <a:rPr b="1" lang="en-US" sz="8000">
                  <a:solidFill>
                    <a:srgbClr val="FFFFFF"/>
                  </a:solidFill>
                  <a:latin typeface="Calibri"/>
                  <a:ea typeface="Calibri"/>
                  <a:cs typeface="Calibri"/>
                  <a:sym typeface="Calibri"/>
                </a:rPr>
                <a:t>3</a:t>
              </a:r>
              <a:r>
                <a:rPr b="1" i="0" lang="en-US" sz="8000" u="none" cap="none" strike="noStrike">
                  <a:solidFill>
                    <a:srgbClr val="FFFFFF"/>
                  </a:solidFill>
                  <a:latin typeface="Calibri"/>
                  <a:ea typeface="Calibri"/>
                  <a:cs typeface="Calibri"/>
                  <a:sym typeface="Calibri"/>
                </a:rPr>
                <a:t> GRUPO 14</a:t>
              </a:r>
              <a:endParaRPr b="0" i="0" sz="1400" u="none" cap="none" strike="noStrike">
                <a:solidFill>
                  <a:srgbClr val="000000"/>
                </a:solidFill>
                <a:latin typeface="Arial"/>
                <a:ea typeface="Arial"/>
                <a:cs typeface="Arial"/>
                <a:sym typeface="Arial"/>
              </a:endParaRPr>
            </a:p>
          </p:txBody>
        </p:sp>
      </p:grpSp>
      <p:sp>
        <p:nvSpPr>
          <p:cNvPr id="421" name="Google Shape;421;p14"/>
          <p:cNvSpPr/>
          <p:nvPr/>
        </p:nvSpPr>
        <p:spPr>
          <a:xfrm>
            <a:off x="927106" y="5925760"/>
            <a:ext cx="8255031" cy="98583"/>
          </a:xfrm>
          <a:custGeom>
            <a:rect b="b" l="l" r="r" t="t"/>
            <a:pathLst>
              <a:path extrusionOk="0" h="131445" w="11006709">
                <a:moveTo>
                  <a:pt x="0" y="0"/>
                </a:moveTo>
                <a:lnTo>
                  <a:pt x="11006709" y="0"/>
                </a:lnTo>
                <a:lnTo>
                  <a:pt x="11006709" y="131445"/>
                </a:lnTo>
                <a:lnTo>
                  <a:pt x="0" y="131445"/>
                </a:lnTo>
                <a:close/>
              </a:path>
            </a:pathLst>
          </a:custGeom>
          <a:solidFill>
            <a:srgbClr val="F47920"/>
          </a:solidFill>
          <a:ln cap="sq" cmpd="sng" w="25400">
            <a:solidFill>
              <a:srgbClr val="F47920"/>
            </a:solidFill>
            <a:prstDash val="solid"/>
            <a:miter lim="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22" name="Google Shape;422;p14"/>
          <p:cNvGrpSpPr/>
          <p:nvPr/>
        </p:nvGrpSpPr>
        <p:grpSpPr>
          <a:xfrm>
            <a:off x="914400" y="6547961"/>
            <a:ext cx="8229600" cy="584359"/>
            <a:chOff x="0" y="-47625"/>
            <a:chExt cx="10972800" cy="779145"/>
          </a:xfrm>
        </p:grpSpPr>
        <p:sp>
          <p:nvSpPr>
            <p:cNvPr id="423" name="Google Shape;423;p14"/>
            <p:cNvSpPr/>
            <p:nvPr/>
          </p:nvSpPr>
          <p:spPr>
            <a:xfrm>
              <a:off x="0" y="0"/>
              <a:ext cx="10972800" cy="731520"/>
            </a:xfrm>
            <a:custGeom>
              <a:rect b="b" l="l" r="r" t="t"/>
              <a:pathLst>
                <a:path extrusionOk="0" h="731520" w="10972800">
                  <a:moveTo>
                    <a:pt x="0" y="0"/>
                  </a:moveTo>
                  <a:lnTo>
                    <a:pt x="10972800" y="0"/>
                  </a:lnTo>
                  <a:lnTo>
                    <a:pt x="10972800" y="731520"/>
                  </a:lnTo>
                  <a:lnTo>
                    <a:pt x="0" y="731520"/>
                  </a:lnTo>
                  <a:close/>
                </a:path>
              </a:pathLst>
            </a:custGeom>
            <a:blipFill rotWithShape="1">
              <a:blip r:embed="rId3">
                <a:alphaModFix amt="0"/>
              </a:blip>
              <a:stretch>
                <a:fillRect b="-242261" l="0" r="0" t="-24226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4" name="Google Shape;424;p14"/>
            <p:cNvSpPr txBox="1"/>
            <p:nvPr/>
          </p:nvSpPr>
          <p:spPr>
            <a:xfrm>
              <a:off x="0" y="-47625"/>
              <a:ext cx="10972800" cy="779145"/>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00000"/>
                </a:buClr>
                <a:buSzPts val="2200"/>
                <a:buFont typeface="Arial"/>
                <a:buNone/>
              </a:pPr>
              <a:r>
                <a:rPr b="1" i="0" lang="en-US" sz="2200" u="none" cap="none" strike="noStrike">
                  <a:solidFill>
                    <a:srgbClr val="F47920"/>
                  </a:solidFill>
                  <a:latin typeface="Calibri"/>
                  <a:ea typeface="Calibri"/>
                  <a:cs typeface="Calibri"/>
                  <a:sym typeface="Calibri"/>
                </a:rPr>
                <a:t>Autores:</a:t>
              </a:r>
              <a:endParaRPr b="0" i="0" sz="1400" u="none" cap="none" strike="noStrike">
                <a:solidFill>
                  <a:srgbClr val="000000"/>
                </a:solidFill>
                <a:latin typeface="Arial"/>
                <a:ea typeface="Arial"/>
                <a:cs typeface="Arial"/>
                <a:sym typeface="Arial"/>
              </a:endParaRPr>
            </a:p>
          </p:txBody>
        </p:sp>
      </p:grpSp>
      <p:grpSp>
        <p:nvGrpSpPr>
          <p:cNvPr id="425" name="Google Shape;425;p14"/>
          <p:cNvGrpSpPr/>
          <p:nvPr/>
        </p:nvGrpSpPr>
        <p:grpSpPr>
          <a:xfrm>
            <a:off x="914400" y="7096601"/>
            <a:ext cx="8229600" cy="2413159"/>
            <a:chOff x="0" y="-47625"/>
            <a:chExt cx="10972800" cy="3217545"/>
          </a:xfrm>
        </p:grpSpPr>
        <p:sp>
          <p:nvSpPr>
            <p:cNvPr id="426" name="Google Shape;426;p14"/>
            <p:cNvSpPr/>
            <p:nvPr/>
          </p:nvSpPr>
          <p:spPr>
            <a:xfrm>
              <a:off x="0" y="0"/>
              <a:ext cx="10972800" cy="3169920"/>
            </a:xfrm>
            <a:custGeom>
              <a:rect b="b" l="l" r="r" t="t"/>
              <a:pathLst>
                <a:path extrusionOk="0" h="3169920" w="10972800">
                  <a:moveTo>
                    <a:pt x="0" y="0"/>
                  </a:moveTo>
                  <a:lnTo>
                    <a:pt x="10972800" y="0"/>
                  </a:lnTo>
                  <a:lnTo>
                    <a:pt x="10972800" y="3169920"/>
                  </a:lnTo>
                  <a:lnTo>
                    <a:pt x="0" y="3169920"/>
                  </a:lnTo>
                  <a:close/>
                </a:path>
              </a:pathLst>
            </a:custGeom>
            <a:blipFill rotWithShape="1">
              <a:blip r:embed="rId3">
                <a:alphaModFix amt="0"/>
              </a:blip>
              <a:stretch>
                <a:fillRect b="-17447" l="0" r="0" t="-17447"/>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7" name="Google Shape;427;p14"/>
            <p:cNvSpPr txBox="1"/>
            <p:nvPr/>
          </p:nvSpPr>
          <p:spPr>
            <a:xfrm>
              <a:off x="0" y="-47625"/>
              <a:ext cx="10972800" cy="3217545"/>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00000"/>
                </a:buClr>
                <a:buSzPts val="2100"/>
                <a:buFont typeface="Arial"/>
                <a:buNone/>
              </a:pPr>
              <a:r>
                <a:rPr b="0" i="0" lang="en-US" sz="2100" u="none" cap="none" strike="noStrike">
                  <a:solidFill>
                    <a:srgbClr val="D1D5DB"/>
                  </a:solidFill>
                  <a:latin typeface="Calibri"/>
                  <a:ea typeface="Calibri"/>
                  <a:cs typeface="Calibri"/>
                  <a:sym typeface="Calibri"/>
                </a:rPr>
                <a:t>Sofia Isidora Cariñe Valenzuela</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0"/>
                </a:spcBef>
                <a:spcAft>
                  <a:spcPts val="0"/>
                </a:spcAft>
                <a:buClr>
                  <a:srgbClr val="000000"/>
                </a:buClr>
                <a:buSzPts val="2100"/>
                <a:buFont typeface="Arial"/>
                <a:buNone/>
              </a:pPr>
              <a:r>
                <a:rPr b="0" i="0" lang="en-US" sz="2100" u="none" cap="none" strike="noStrike">
                  <a:solidFill>
                    <a:srgbClr val="D1D5DB"/>
                  </a:solidFill>
                  <a:latin typeface="Calibri"/>
                  <a:ea typeface="Calibri"/>
                  <a:cs typeface="Calibri"/>
                  <a:sym typeface="Calibri"/>
                </a:rPr>
                <a:t>Jhoe Eduardo Castillo Barrios</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0"/>
                </a:spcBef>
                <a:spcAft>
                  <a:spcPts val="0"/>
                </a:spcAft>
                <a:buClr>
                  <a:srgbClr val="000000"/>
                </a:buClr>
                <a:buSzPts val="2100"/>
                <a:buFont typeface="Arial"/>
                <a:buNone/>
              </a:pPr>
              <a:r>
                <a:rPr b="0" i="0" lang="en-US" sz="2100" u="none" cap="none" strike="noStrike">
                  <a:solidFill>
                    <a:srgbClr val="D1D5DB"/>
                  </a:solidFill>
                  <a:latin typeface="Calibri"/>
                  <a:ea typeface="Calibri"/>
                  <a:cs typeface="Calibri"/>
                  <a:sym typeface="Calibri"/>
                </a:rPr>
                <a:t>Karla Aylin Curín Navarro</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0"/>
                </a:spcBef>
                <a:spcAft>
                  <a:spcPts val="0"/>
                </a:spcAft>
                <a:buClr>
                  <a:srgbClr val="000000"/>
                </a:buClr>
                <a:buSzPts val="2100"/>
                <a:buFont typeface="Arial"/>
                <a:buNone/>
              </a:pPr>
              <a:r>
                <a:rPr b="0" i="0" lang="en-US" sz="2100" u="none" cap="none" strike="noStrike">
                  <a:solidFill>
                    <a:srgbClr val="D1D5DB"/>
                  </a:solidFill>
                  <a:latin typeface="Calibri"/>
                  <a:ea typeface="Calibri"/>
                  <a:cs typeface="Calibri"/>
                  <a:sym typeface="Calibri"/>
                </a:rPr>
                <a:t>Omar Adolfo Olmos Hernández</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0"/>
                </a:spcBef>
                <a:spcAft>
                  <a:spcPts val="0"/>
                </a:spcAft>
                <a:buClr>
                  <a:srgbClr val="000000"/>
                </a:buClr>
                <a:buSzPts val="2100"/>
                <a:buFont typeface="Arial"/>
                <a:buNone/>
              </a:pPr>
              <a:r>
                <a:rPr b="0" i="0" lang="en-US" sz="2100" u="none" cap="none" strike="noStrike">
                  <a:solidFill>
                    <a:srgbClr val="D1D5DB"/>
                  </a:solidFill>
                  <a:latin typeface="Calibri"/>
                  <a:ea typeface="Calibri"/>
                  <a:cs typeface="Calibri"/>
                  <a:sym typeface="Calibri"/>
                </a:rPr>
                <a:t>Lenin Andrés Reyes Gómez</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0"/>
                </a:spcBef>
                <a:spcAft>
                  <a:spcPts val="0"/>
                </a:spcAft>
                <a:buClr>
                  <a:srgbClr val="000000"/>
                </a:buClr>
                <a:buSzPts val="2100"/>
                <a:buFont typeface="Arial"/>
                <a:buNone/>
              </a:pPr>
              <a:r>
                <a:rPr b="0" i="0" lang="en-US" sz="2100" u="none" cap="none" strike="noStrike">
                  <a:solidFill>
                    <a:srgbClr val="D1D5DB"/>
                  </a:solidFill>
                  <a:latin typeface="Calibri"/>
                  <a:ea typeface="Calibri"/>
                  <a:cs typeface="Calibri"/>
                  <a:sym typeface="Calibri"/>
                </a:rPr>
                <a:t>Silvio Alberto Villagra Labbé</a:t>
              </a:r>
              <a:endParaRPr b="0" i="0" sz="1400" u="none" cap="none" strike="noStrike">
                <a:solidFill>
                  <a:srgbClr val="000000"/>
                </a:solidFill>
                <a:latin typeface="Arial"/>
                <a:ea typeface="Arial"/>
                <a:cs typeface="Arial"/>
                <a:sym typeface="Arial"/>
              </a:endParaRPr>
            </a:p>
          </p:txBody>
        </p:sp>
      </p:grpSp>
      <p:grpSp>
        <p:nvGrpSpPr>
          <p:cNvPr id="428" name="Google Shape;428;p14"/>
          <p:cNvGrpSpPr/>
          <p:nvPr/>
        </p:nvGrpSpPr>
        <p:grpSpPr>
          <a:xfrm>
            <a:off x="10058400" y="6547961"/>
            <a:ext cx="7680960" cy="1315879"/>
            <a:chOff x="0" y="-47625"/>
            <a:chExt cx="10241280" cy="1754505"/>
          </a:xfrm>
        </p:grpSpPr>
        <p:sp>
          <p:nvSpPr>
            <p:cNvPr id="429" name="Google Shape;429;p14"/>
            <p:cNvSpPr/>
            <p:nvPr/>
          </p:nvSpPr>
          <p:spPr>
            <a:xfrm>
              <a:off x="0" y="0"/>
              <a:ext cx="10241280" cy="1706880"/>
            </a:xfrm>
            <a:custGeom>
              <a:rect b="b" l="l" r="r" t="t"/>
              <a:pathLst>
                <a:path extrusionOk="0" h="1706880" w="10241280">
                  <a:moveTo>
                    <a:pt x="0" y="0"/>
                  </a:moveTo>
                  <a:lnTo>
                    <a:pt x="10241280" y="0"/>
                  </a:lnTo>
                  <a:lnTo>
                    <a:pt x="10241280" y="1706880"/>
                  </a:lnTo>
                  <a:lnTo>
                    <a:pt x="0" y="1706880"/>
                  </a:lnTo>
                  <a:close/>
                </a:path>
              </a:pathLst>
            </a:custGeom>
            <a:blipFill rotWithShape="1">
              <a:blip r:embed="rId3">
                <a:alphaModFix amt="0"/>
              </a:blip>
              <a:stretch>
                <a:fillRect b="-66910" l="0" r="0" t="-6691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0" name="Google Shape;430;p14"/>
            <p:cNvSpPr txBox="1"/>
            <p:nvPr/>
          </p:nvSpPr>
          <p:spPr>
            <a:xfrm>
              <a:off x="0" y="-47625"/>
              <a:ext cx="10241280" cy="1754505"/>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00000"/>
                </a:buClr>
                <a:buSzPts val="2200"/>
                <a:buFont typeface="Arial"/>
                <a:buNone/>
              </a:pPr>
              <a:r>
                <a:rPr b="0" i="0" lang="en-US" sz="2200" u="none" cap="none" strike="noStrike">
                  <a:solidFill>
                    <a:srgbClr val="9CA3AF"/>
                  </a:solidFill>
                  <a:latin typeface="Calibri"/>
                  <a:ea typeface="Calibri"/>
                  <a:cs typeface="Calibri"/>
                  <a:sym typeface="Calibri"/>
                </a:rPr>
                <a:t>Facultad de Ingeniería</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0"/>
                </a:spcBef>
                <a:spcAft>
                  <a:spcPts val="0"/>
                </a:spcAft>
                <a:buClr>
                  <a:srgbClr val="000000"/>
                </a:buClr>
                <a:buSzPts val="2200"/>
                <a:buFont typeface="Arial"/>
                <a:buNone/>
              </a:pPr>
              <a:r>
                <a:rPr b="0" i="0" lang="en-US" sz="2200" u="none" cap="none" strike="noStrike">
                  <a:solidFill>
                    <a:srgbClr val="9CA3AF"/>
                  </a:solidFill>
                  <a:latin typeface="Calibri"/>
                  <a:ea typeface="Calibri"/>
                  <a:cs typeface="Calibri"/>
                  <a:sym typeface="Calibri"/>
                </a:rPr>
                <a:t>Ingeniería de Software II</a:t>
              </a:r>
              <a:endParaRPr b="0" i="0" sz="1400" u="none" cap="none" strike="noStrike">
                <a:solidFill>
                  <a:srgbClr val="000000"/>
                </a:solidFill>
                <a:latin typeface="Arial"/>
                <a:ea typeface="Arial"/>
                <a:cs typeface="Arial"/>
                <a:sym typeface="Arial"/>
              </a:endParaRPr>
            </a:p>
          </p:txBody>
        </p:sp>
      </p:grpSp>
      <p:grpSp>
        <p:nvGrpSpPr>
          <p:cNvPr id="431" name="Google Shape;431;p14"/>
          <p:cNvGrpSpPr/>
          <p:nvPr/>
        </p:nvGrpSpPr>
        <p:grpSpPr>
          <a:xfrm>
            <a:off x="10058400" y="7919561"/>
            <a:ext cx="7680960" cy="675799"/>
            <a:chOff x="0" y="-47625"/>
            <a:chExt cx="10241280" cy="901065"/>
          </a:xfrm>
        </p:grpSpPr>
        <p:sp>
          <p:nvSpPr>
            <p:cNvPr id="432" name="Google Shape;432;p14"/>
            <p:cNvSpPr/>
            <p:nvPr/>
          </p:nvSpPr>
          <p:spPr>
            <a:xfrm>
              <a:off x="0" y="0"/>
              <a:ext cx="10241280" cy="853440"/>
            </a:xfrm>
            <a:custGeom>
              <a:rect b="b" l="l" r="r" t="t"/>
              <a:pathLst>
                <a:path extrusionOk="0" h="853440" w="10241280">
                  <a:moveTo>
                    <a:pt x="0" y="0"/>
                  </a:moveTo>
                  <a:lnTo>
                    <a:pt x="10241280" y="0"/>
                  </a:lnTo>
                  <a:lnTo>
                    <a:pt x="10241280" y="853440"/>
                  </a:lnTo>
                  <a:lnTo>
                    <a:pt x="0" y="853440"/>
                  </a:lnTo>
                  <a:close/>
                </a:path>
              </a:pathLst>
            </a:custGeom>
            <a:blipFill rotWithShape="1">
              <a:blip r:embed="rId3">
                <a:alphaModFix amt="0"/>
              </a:blip>
              <a:stretch>
                <a:fillRect b="-183820" l="0" r="0" t="-18382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3" name="Google Shape;433;p14"/>
            <p:cNvSpPr txBox="1"/>
            <p:nvPr/>
          </p:nvSpPr>
          <p:spPr>
            <a:xfrm>
              <a:off x="0" y="-47625"/>
              <a:ext cx="10241280" cy="901065"/>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00000"/>
                </a:buClr>
                <a:buSzPts val="2200"/>
                <a:buFont typeface="Arial"/>
                <a:buNone/>
              </a:pPr>
              <a:r>
                <a:rPr b="1" i="0" lang="en-US" sz="2200" u="none" cap="none" strike="noStrike">
                  <a:solidFill>
                    <a:srgbClr val="F47920"/>
                  </a:solidFill>
                  <a:latin typeface="Calibri"/>
                  <a:ea typeface="Calibri"/>
                  <a:cs typeface="Calibri"/>
                  <a:sym typeface="Calibri"/>
                </a:rPr>
                <a:t>Profesor: </a:t>
              </a:r>
              <a:r>
                <a:rPr b="0" i="0" lang="en-US" sz="2200" u="none" cap="none" strike="noStrike">
                  <a:solidFill>
                    <a:srgbClr val="D1D5DB"/>
                  </a:solidFill>
                  <a:latin typeface="Calibri"/>
                  <a:ea typeface="Calibri"/>
                  <a:cs typeface="Calibri"/>
                  <a:sym typeface="Calibri"/>
                </a:rPr>
                <a:t>Paulo Quinsacara Jofré</a:t>
              </a:r>
              <a:endParaRPr b="0" i="0" sz="1400" u="none" cap="none" strike="noStrike">
                <a:solidFill>
                  <a:srgbClr val="000000"/>
                </a:solidFill>
                <a:latin typeface="Arial"/>
                <a:ea typeface="Arial"/>
                <a:cs typeface="Arial"/>
                <a:sym typeface="Arial"/>
              </a:endParaRPr>
            </a:p>
          </p:txBody>
        </p:sp>
      </p:grpSp>
      <p:grpSp>
        <p:nvGrpSpPr>
          <p:cNvPr id="434" name="Google Shape;434;p14"/>
          <p:cNvGrpSpPr/>
          <p:nvPr/>
        </p:nvGrpSpPr>
        <p:grpSpPr>
          <a:xfrm>
            <a:off x="10058400" y="8658225"/>
            <a:ext cx="7680960" cy="577215"/>
            <a:chOff x="0" y="-38100"/>
            <a:chExt cx="10241280" cy="769620"/>
          </a:xfrm>
        </p:grpSpPr>
        <p:sp>
          <p:nvSpPr>
            <p:cNvPr id="435" name="Google Shape;435;p14"/>
            <p:cNvSpPr/>
            <p:nvPr/>
          </p:nvSpPr>
          <p:spPr>
            <a:xfrm>
              <a:off x="0" y="0"/>
              <a:ext cx="10241280" cy="731520"/>
            </a:xfrm>
            <a:custGeom>
              <a:rect b="b" l="l" r="r" t="t"/>
              <a:pathLst>
                <a:path extrusionOk="0" h="731520" w="10241280">
                  <a:moveTo>
                    <a:pt x="0" y="0"/>
                  </a:moveTo>
                  <a:lnTo>
                    <a:pt x="10241280" y="0"/>
                  </a:lnTo>
                  <a:lnTo>
                    <a:pt x="10241280" y="731520"/>
                  </a:lnTo>
                  <a:lnTo>
                    <a:pt x="0" y="731520"/>
                  </a:lnTo>
                  <a:close/>
                </a:path>
              </a:pathLst>
            </a:custGeom>
            <a:blipFill rotWithShape="1">
              <a:blip r:embed="rId3">
                <a:alphaModFix amt="0"/>
              </a:blip>
              <a:stretch>
                <a:fillRect b="-222777" l="0" r="0" t="-222777"/>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6" name="Google Shape;436;p14"/>
            <p:cNvSpPr txBox="1"/>
            <p:nvPr/>
          </p:nvSpPr>
          <p:spPr>
            <a:xfrm>
              <a:off x="0" y="-38100"/>
              <a:ext cx="10241280" cy="76962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00000"/>
                </a:buClr>
                <a:buSzPts val="2000"/>
                <a:buFont typeface="Arial"/>
                <a:buNone/>
              </a:pPr>
              <a:r>
                <a:rPr b="0" i="0" lang="en-US" sz="2000" u="none" cap="none" strike="noStrike">
                  <a:solidFill>
                    <a:srgbClr val="9CA3AF"/>
                  </a:solidFill>
                  <a:latin typeface="Calibri"/>
                  <a:ea typeface="Calibri"/>
                  <a:cs typeface="Calibri"/>
                  <a:sym typeface="Calibri"/>
                </a:rPr>
                <a:t>Santiago, Chile · 2026</a:t>
              </a:r>
              <a:endParaRPr b="0" i="0" sz="1400" u="none" cap="none" strike="noStrike">
                <a:solidFill>
                  <a:srgbClr val="000000"/>
                </a:solidFill>
                <a:latin typeface="Arial"/>
                <a:ea typeface="Arial"/>
                <a:cs typeface="Arial"/>
                <a:sym typeface="Arial"/>
              </a:endParaRPr>
            </a:p>
          </p:txBody>
        </p:sp>
      </p:grpSp>
      <p:grpSp>
        <p:nvGrpSpPr>
          <p:cNvPr id="437" name="Google Shape;437;p14"/>
          <p:cNvGrpSpPr/>
          <p:nvPr/>
        </p:nvGrpSpPr>
        <p:grpSpPr>
          <a:xfrm>
            <a:off x="927106" y="1522762"/>
            <a:ext cx="4102098" cy="669557"/>
            <a:chOff x="0" y="-66675"/>
            <a:chExt cx="5469465" cy="892743"/>
          </a:xfrm>
        </p:grpSpPr>
        <p:sp>
          <p:nvSpPr>
            <p:cNvPr id="438" name="Google Shape;438;p14"/>
            <p:cNvSpPr/>
            <p:nvPr/>
          </p:nvSpPr>
          <p:spPr>
            <a:xfrm>
              <a:off x="0" y="0"/>
              <a:ext cx="5469465" cy="826068"/>
            </a:xfrm>
            <a:custGeom>
              <a:rect b="b" l="l" r="r" t="t"/>
              <a:pathLst>
                <a:path extrusionOk="0" h="826068" w="5469465">
                  <a:moveTo>
                    <a:pt x="0" y="0"/>
                  </a:moveTo>
                  <a:lnTo>
                    <a:pt x="5469465" y="0"/>
                  </a:lnTo>
                  <a:lnTo>
                    <a:pt x="5469465" y="826068"/>
                  </a:lnTo>
                  <a:lnTo>
                    <a:pt x="0" y="826068"/>
                  </a:lnTo>
                  <a:close/>
                </a:path>
              </a:pathLst>
            </a:custGeom>
            <a:blipFill rotWithShape="1">
              <a:blip r:embed="rId3">
                <a:alphaModFix amt="0"/>
              </a:blip>
              <a:stretch>
                <a:fillRect b="-470484" l="0" r="-310156" t="-48783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9" name="Google Shape;439;p14"/>
            <p:cNvSpPr txBox="1"/>
            <p:nvPr/>
          </p:nvSpPr>
          <p:spPr>
            <a:xfrm>
              <a:off x="0" y="-66675"/>
              <a:ext cx="5469465" cy="892743"/>
            </a:xfrm>
            <a:prstGeom prst="rect">
              <a:avLst/>
            </a:prstGeom>
            <a:noFill/>
            <a:ln>
              <a:noFill/>
            </a:ln>
          </p:spPr>
          <p:txBody>
            <a:bodyPr anchorCtr="0" anchor="ctr" bIns="0" lIns="0" spcFirstLastPara="1" rIns="0" wrap="square" tIns="0">
              <a:noAutofit/>
            </a:bodyPr>
            <a:lstStyle/>
            <a:p>
              <a:pPr indent="0" lvl="0" marL="0" marR="0" rtl="0" algn="l">
                <a:lnSpc>
                  <a:spcPct val="120006"/>
                </a:lnSpc>
                <a:spcBef>
                  <a:spcPts val="0"/>
                </a:spcBef>
                <a:spcAft>
                  <a:spcPts val="0"/>
                </a:spcAft>
                <a:buClr>
                  <a:srgbClr val="000000"/>
                </a:buClr>
                <a:buSzPts val="3099"/>
                <a:buFont typeface="Arial"/>
                <a:buNone/>
              </a:pPr>
              <a:r>
                <a:rPr b="0" i="0" lang="en-US" sz="3099" u="none" cap="none" strike="noStrike">
                  <a:solidFill>
                    <a:srgbClr val="9CA3AF"/>
                  </a:solidFill>
                  <a:latin typeface="Calibri"/>
                  <a:ea typeface="Calibri"/>
                  <a:cs typeface="Calibri"/>
                  <a:sym typeface="Calibri"/>
                </a:rPr>
                <a:t>Universidad Andrés Bello</a:t>
              </a:r>
              <a:endParaRPr b="0" i="0" sz="1400" u="none" cap="none" strike="noStrike">
                <a:solidFill>
                  <a:srgbClr val="000000"/>
                </a:solidFill>
                <a:latin typeface="Arial"/>
                <a:ea typeface="Arial"/>
                <a:cs typeface="Arial"/>
                <a:sym typeface="Arial"/>
              </a:endParaRPr>
            </a:p>
          </p:txBody>
        </p:sp>
      </p:grpSp>
      <p:sp>
        <p:nvSpPr>
          <p:cNvPr id="440" name="Google Shape;440;p14"/>
          <p:cNvSpPr/>
          <p:nvPr/>
        </p:nvSpPr>
        <p:spPr>
          <a:xfrm>
            <a:off x="15760065" y="91428"/>
            <a:ext cx="2228285" cy="1874544"/>
          </a:xfrm>
          <a:custGeom>
            <a:rect b="b" l="l" r="r" t="t"/>
            <a:pathLst>
              <a:path extrusionOk="0" h="1874544" w="2228285">
                <a:moveTo>
                  <a:pt x="0" y="0"/>
                </a:moveTo>
                <a:lnTo>
                  <a:pt x="2228285" y="0"/>
                </a:lnTo>
                <a:lnTo>
                  <a:pt x="2228285" y="1874544"/>
                </a:lnTo>
                <a:lnTo>
                  <a:pt x="0" y="1874544"/>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41" name="Google Shape;441;p14"/>
          <p:cNvGrpSpPr/>
          <p:nvPr/>
        </p:nvGrpSpPr>
        <p:grpSpPr>
          <a:xfrm>
            <a:off x="10998822" y="2997518"/>
            <a:ext cx="6740538" cy="2767012"/>
            <a:chOff x="0" y="-257175"/>
            <a:chExt cx="8987384" cy="3689350"/>
          </a:xfrm>
        </p:grpSpPr>
        <p:sp>
          <p:nvSpPr>
            <p:cNvPr id="442" name="Google Shape;442;p14"/>
            <p:cNvSpPr/>
            <p:nvPr/>
          </p:nvSpPr>
          <p:spPr>
            <a:xfrm>
              <a:off x="0" y="0"/>
              <a:ext cx="8987384" cy="3432175"/>
            </a:xfrm>
            <a:custGeom>
              <a:rect b="b" l="l" r="r" t="t"/>
              <a:pathLst>
                <a:path extrusionOk="0" h="3432175" w="8987384">
                  <a:moveTo>
                    <a:pt x="0" y="0"/>
                  </a:moveTo>
                  <a:lnTo>
                    <a:pt x="8987384" y="0"/>
                  </a:lnTo>
                  <a:lnTo>
                    <a:pt x="8987384" y="3432175"/>
                  </a:lnTo>
                  <a:lnTo>
                    <a:pt x="0" y="3432175"/>
                  </a:lnTo>
                  <a:close/>
                </a:path>
              </a:pathLst>
            </a:custGeom>
            <a:blipFill rotWithShape="1">
              <a:blip r:embed="rId3">
                <a:alphaModFix amt="0"/>
              </a:blip>
              <a:stretch>
                <a:fillRect b="-69986" l="0" r="-149607" t="-84732"/>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3" name="Google Shape;443;p14"/>
            <p:cNvSpPr txBox="1"/>
            <p:nvPr/>
          </p:nvSpPr>
          <p:spPr>
            <a:xfrm>
              <a:off x="0" y="-257175"/>
              <a:ext cx="8987384" cy="3689350"/>
            </a:xfrm>
            <a:prstGeom prst="rect">
              <a:avLst/>
            </a:prstGeom>
            <a:noFill/>
            <a:ln>
              <a:noFill/>
            </a:ln>
          </p:spPr>
          <p:txBody>
            <a:bodyPr anchorCtr="0" anchor="ctr" bIns="0" lIns="0" spcFirstLastPara="1" rIns="0" wrap="square" tIns="0">
              <a:noAutofit/>
            </a:bodyPr>
            <a:lstStyle/>
            <a:p>
              <a:pPr indent="0" lvl="0" marL="0" marR="0" rtl="0" algn="l">
                <a:lnSpc>
                  <a:spcPct val="8533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