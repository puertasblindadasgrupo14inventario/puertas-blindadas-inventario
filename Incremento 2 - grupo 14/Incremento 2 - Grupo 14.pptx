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rrC5qT0k9c2LLUpngfYVazLb5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C2EDA3-E4D0-4A04-8559-57A2E3659E36}">
  <a:tblStyle styleId="{19C2EDA3-E4D0-4A04-8559-57A2E3659E3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21" name="Google Shape;121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2" name="Google Shape;122;p2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24" name="Google Shape;124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25" name="Google Shape;125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3" name="Google Shape;173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4" name="Google Shape;174;p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76" name="Google Shape;176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7" name="Google Shape;177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99" name="Google Shape;199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0" name="Google Shape;200;p4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02" name="Google Shape;202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03" name="Google Shape;203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37" name="Google Shape;237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8" name="Google Shape;238;p5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40" name="Google Shape;240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41" name="Google Shape;241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a7cadc116_1_2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69" name="Google Shape;269;g3fa7cadc116_1_2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0" name="Google Shape;270;g3fa7cadc116_1_26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fa7cadc116_1_2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272" name="Google Shape;272;g3fa7cadc116_1_2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73" name="Google Shape;273;g3fa7cadc116_1_2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87" name="Google Shape;287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8" name="Google Shape;288;p10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290" name="Google Shape;290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91" name="Google Shape;291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b9f384cd2_1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07" name="Google Shape;307;g38b9f384cd2_1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8" name="Google Shape;308;g38b9f384cd2_1_0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8b9f384cd2_1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10" name="Google Shape;310;g38b9f384cd2_1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11" name="Google Shape;311;g38b9f384cd2_1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27" name="Google Shape;327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8" name="Google Shape;328;p1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30" name="Google Shape;330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31" name="Google Shape;331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47" name="Google Shape;347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8" name="Google Shape;348;p9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50" name="Google Shape;350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51" name="Google Shape;351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7:notes"/>
          <p:cNvSpPr/>
          <p:nvPr>
            <p:ph idx="2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77" name="Google Shape;377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8" name="Google Shape;378;p1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380" name="Google Shape;380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81" name="Google Shape;381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12:notes"/>
          <p:cNvSpPr/>
          <p:nvPr>
            <p:ph idx="2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dd4c675fa_1_1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edd4c675fa_1_12:notes"/>
          <p:cNvSpPr/>
          <p:nvPr>
            <p:ph idx="2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dd4c675fa_1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g3edd4c675fa_1_0:notes"/>
          <p:cNvSpPr/>
          <p:nvPr>
            <p:ph idx="2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dd4c675fa_3_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g3edd4c675fa_3_1:notes"/>
          <p:cNvSpPr/>
          <p:nvPr>
            <p:ph idx="2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55" name="Google Shape;455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56" name="Google Shape;456;p14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458" name="Google Shape;458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59" name="Google Shape;459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-12697" y="-12697"/>
            <a:ext cx="354615" cy="10312432"/>
          </a:xfrm>
          <a:custGeom>
            <a:rect b="b" l="l" r="r" t="t"/>
            <a:pathLst>
              <a:path extrusionOk="0" h="13749910" w="472821">
                <a:moveTo>
                  <a:pt x="0" y="0"/>
                </a:moveTo>
                <a:lnTo>
                  <a:pt x="472821" y="0"/>
                </a:lnTo>
                <a:lnTo>
                  <a:pt x="472821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914400" y="970121"/>
            <a:ext cx="14264640" cy="675799"/>
            <a:chOff x="0" y="-47625"/>
            <a:chExt cx="19019520" cy="901065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9019520" cy="853440"/>
            </a:xfrm>
            <a:custGeom>
              <a:rect b="b" l="l" r="r" t="t"/>
              <a:pathLst>
                <a:path extrusionOk="0" h="8534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4254" l="0" r="0" t="-38425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47625"/>
              <a:ext cx="19019520" cy="901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SISTEMA DE INVENTARIO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1028700" y="1844528"/>
            <a:ext cx="14264640" cy="4510564"/>
            <a:chOff x="0" y="-161925"/>
            <a:chExt cx="19019520" cy="6014085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9019520" cy="5852160"/>
            </a:xfrm>
            <a:custGeom>
              <a:rect b="b" l="l" r="r" t="t"/>
              <a:pathLst>
                <a:path extrusionOk="0" h="58521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5852160"/>
                  </a:lnTo>
                  <a:lnTo>
                    <a:pt x="0" y="58521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326" l="0" r="0" t="-1332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-161925"/>
              <a:ext cx="19019520" cy="60140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PROYECTO INGENIERÍA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 SOFTWARE II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INCREMENTO </a:t>
              </a:r>
              <a:r>
                <a:rPr b="1" lang="en-US" sz="8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GRUPO 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1"/>
          <p:cNvSpPr/>
          <p:nvPr/>
        </p:nvSpPr>
        <p:spPr>
          <a:xfrm>
            <a:off x="901702" y="6075076"/>
            <a:ext cx="11254360" cy="90368"/>
          </a:xfrm>
          <a:custGeom>
            <a:rect b="b" l="l" r="r" t="t"/>
            <a:pathLst>
              <a:path extrusionOk="0" h="131445" w="11006709">
                <a:moveTo>
                  <a:pt x="0" y="0"/>
                </a:moveTo>
                <a:lnTo>
                  <a:pt x="11006709" y="0"/>
                </a:lnTo>
                <a:lnTo>
                  <a:pt x="11006709" y="131445"/>
                </a:lnTo>
                <a:lnTo>
                  <a:pt x="0" y="131445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1"/>
          <p:cNvGrpSpPr/>
          <p:nvPr/>
        </p:nvGrpSpPr>
        <p:grpSpPr>
          <a:xfrm>
            <a:off x="914400" y="6547961"/>
            <a:ext cx="8229600" cy="584359"/>
            <a:chOff x="0" y="-47625"/>
            <a:chExt cx="10972800" cy="779145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10972800" cy="731520"/>
            </a:xfrm>
            <a:custGeom>
              <a:rect b="b" l="l" r="r" t="t"/>
              <a:pathLst>
                <a:path extrusionOk="0"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2261" l="0" r="0" t="-24226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Autores: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>
            <a:off x="914400" y="7096601"/>
            <a:ext cx="8229600" cy="2413159"/>
            <a:chOff x="0" y="-47625"/>
            <a:chExt cx="10972800" cy="3217545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0972800" cy="3169920"/>
            </a:xfrm>
            <a:custGeom>
              <a:rect b="b" l="l" r="r" t="t"/>
              <a:pathLst>
                <a:path extrusionOk="0"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447" l="0" r="0" t="-1744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0972800" cy="321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Sofia Isidora Cariñe Valenzuela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Jhoe Eduardo Castillo Barrios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Karla Aylin Curín Navarro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Omar Adolfo Olmos Hernández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Lenin Andrés Reyes Gómez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Silvio Alberto Villagra Labbé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10058400" y="6547961"/>
            <a:ext cx="7680960" cy="1315879"/>
            <a:chOff x="0" y="-47625"/>
            <a:chExt cx="10241280" cy="1754505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0241280" cy="1706880"/>
            </a:xfrm>
            <a:custGeom>
              <a:rect b="b" l="l" r="r" t="t"/>
              <a:pathLst>
                <a:path extrusionOk="0" h="1706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6910" l="0" r="0" t="-6691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0241280" cy="1754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Facultad de Ingeniería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Ingeniería de Software II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0058400" y="7919561"/>
            <a:ext cx="7680960" cy="675799"/>
            <a:chOff x="0" y="-47625"/>
            <a:chExt cx="10241280" cy="901065"/>
          </a:xfrm>
        </p:grpSpPr>
        <p:sp>
          <p:nvSpPr>
            <p:cNvPr id="110" name="Google Shape;110;p1"/>
            <p:cNvSpPr/>
            <p:nvPr/>
          </p:nvSpPr>
          <p:spPr>
            <a:xfrm>
              <a:off x="0" y="0"/>
              <a:ext cx="10241280" cy="853440"/>
            </a:xfrm>
            <a:custGeom>
              <a:rect b="b" l="l" r="r" t="t"/>
              <a:pathLst>
                <a:path extrusionOk="0"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 txBox="1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Profesor: </a:t>
              </a:r>
              <a:r>
                <a:rPr b="0" i="0" lang="en-US" sz="22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Paulo Quinsacara Jofré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1"/>
          <p:cNvGrpSpPr/>
          <p:nvPr/>
        </p:nvGrpSpPr>
        <p:grpSpPr>
          <a:xfrm>
            <a:off x="10058400" y="8658225"/>
            <a:ext cx="7680960" cy="577215"/>
            <a:chOff x="0" y="-38100"/>
            <a:chExt cx="10241280" cy="769620"/>
          </a:xfrm>
        </p:grpSpPr>
        <p:sp>
          <p:nvSpPr>
            <p:cNvPr id="113" name="Google Shape;113;p1"/>
            <p:cNvSpPr/>
            <p:nvPr/>
          </p:nvSpPr>
          <p:spPr>
            <a:xfrm>
              <a:off x="0" y="0"/>
              <a:ext cx="10241280" cy="731520"/>
            </a:xfrm>
            <a:custGeom>
              <a:rect b="b" l="l" r="r" t="t"/>
              <a:pathLst>
                <a:path extrusionOk="0"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Santiago, Chile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927106" y="1522762"/>
            <a:ext cx="4102098" cy="669557"/>
            <a:chOff x="0" y="-66675"/>
            <a:chExt cx="5469465" cy="892743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5469465" cy="826068"/>
            </a:xfrm>
            <a:custGeom>
              <a:rect b="b" l="l" r="r" t="t"/>
              <a:pathLst>
                <a:path extrusionOk="0" h="826068" w="5469465">
                  <a:moveTo>
                    <a:pt x="0" y="0"/>
                  </a:moveTo>
                  <a:lnTo>
                    <a:pt x="5469465" y="0"/>
                  </a:lnTo>
                  <a:lnTo>
                    <a:pt x="5469465" y="826068"/>
                  </a:lnTo>
                  <a:lnTo>
                    <a:pt x="0" y="8260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70484" l="0" r="-310156" t="-48783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0" y="-66675"/>
              <a:ext cx="5469465" cy="892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b="0" i="0" lang="en-US" sz="3099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Universidad Andrés Bello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1"/>
          <p:cNvSpPr/>
          <p:nvPr/>
        </p:nvSpPr>
        <p:spPr>
          <a:xfrm>
            <a:off x="15760065" y="91428"/>
            <a:ext cx="2228285" cy="1874544"/>
          </a:xfrm>
          <a:custGeom>
            <a:rect b="b" l="l" r="r" t="t"/>
            <a:pathLst>
              <a:path extrusionOk="0" h="1874544" w="2228285">
                <a:moveTo>
                  <a:pt x="0" y="0"/>
                </a:moveTo>
                <a:lnTo>
                  <a:pt x="2228285" y="0"/>
                </a:lnTo>
                <a:lnTo>
                  <a:pt x="2228285" y="1874544"/>
                </a:lnTo>
                <a:lnTo>
                  <a:pt x="0" y="18745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/>
          <p:nvPr/>
        </p:nvSpPr>
        <p:spPr>
          <a:xfrm>
            <a:off x="-12697" y="-12697"/>
            <a:ext cx="244887" cy="10312432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206759" y="-12697"/>
            <a:ext cx="18093975" cy="135159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oogle Shape;129;p2"/>
          <p:cNvGrpSpPr/>
          <p:nvPr/>
        </p:nvGrpSpPr>
        <p:grpSpPr>
          <a:xfrm>
            <a:off x="640080" y="162306"/>
            <a:ext cx="17007840" cy="1062990"/>
            <a:chOff x="0" y="-76200"/>
            <a:chExt cx="22677120" cy="1417320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22677120" cy="1341120"/>
            </a:xfrm>
            <a:custGeom>
              <a:rect b="b" l="l" r="r" t="t"/>
              <a:pathLst>
                <a:path extrusionOk="0"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7" l="0" r="0" t="-2794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0" y="-76200"/>
              <a:ext cx="22677120" cy="1417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Incremento 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38100"/>
              <a:ext cx="22677120" cy="574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2"/>
          <p:cNvGrpSpPr/>
          <p:nvPr/>
        </p:nvGrpSpPr>
        <p:grpSpPr>
          <a:xfrm>
            <a:off x="640080" y="1397889"/>
            <a:ext cx="17007840" cy="1125855"/>
            <a:chOff x="0" y="-38100"/>
            <a:chExt cx="22677120" cy="1501140"/>
          </a:xfrm>
        </p:grpSpPr>
        <p:sp>
          <p:nvSpPr>
            <p:cNvPr id="136" name="Google Shape;136;p2"/>
            <p:cNvSpPr/>
            <p:nvPr/>
          </p:nvSpPr>
          <p:spPr>
            <a:xfrm>
              <a:off x="0" y="0"/>
              <a:ext cx="22677120" cy="1463040"/>
            </a:xfrm>
            <a:custGeom>
              <a:rect b="b" l="l" r="r" t="t"/>
              <a:pathLst>
                <a:path extrusionOk="0" h="14630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52005" l="0" r="0" t="-25200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0" y="-38100"/>
              <a:ext cx="22677120" cy="1501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Los requerimientos funcionales del sistema fueron levantados a partir de entrevistas con el usuario , enfocadas en sus necesidades respecto al sistema de gestión de inventario.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2"/>
          <p:cNvSpPr/>
          <p:nvPr/>
        </p:nvSpPr>
        <p:spPr>
          <a:xfrm>
            <a:off x="621030" y="2632710"/>
            <a:ext cx="5250180" cy="2781300"/>
          </a:xfrm>
          <a:custGeom>
            <a:rect b="b" l="l" r="r" t="t"/>
            <a:pathLst>
              <a:path extrusionOk="0" h="3708400" w="7000240">
                <a:moveTo>
                  <a:pt x="0" y="0"/>
                </a:moveTo>
                <a:lnTo>
                  <a:pt x="7000240" y="0"/>
                </a:lnTo>
                <a:lnTo>
                  <a:pt x="7000240" y="3708400"/>
                </a:lnTo>
                <a:lnTo>
                  <a:pt x="0" y="3708400"/>
                </a:lnTo>
                <a:close/>
              </a:path>
            </a:pathLst>
          </a:custGeom>
          <a:solidFill>
            <a:srgbClr val="2E2E2E"/>
          </a:solidFill>
          <a:ln cap="sq" cmpd="sng" w="381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2"/>
          <p:cNvGrpSpPr/>
          <p:nvPr/>
        </p:nvGrpSpPr>
        <p:grpSpPr>
          <a:xfrm>
            <a:off x="822960" y="2741771"/>
            <a:ext cx="4846320" cy="1601629"/>
            <a:chOff x="0" y="-123825"/>
            <a:chExt cx="6461760" cy="2135505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6461760" cy="2011680"/>
            </a:xfrm>
            <a:custGeom>
              <a:rect b="b" l="l" r="r" t="t"/>
              <a:pathLst>
                <a:path extrusionOk="0" h="20116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011680"/>
                  </a:lnTo>
                  <a:lnTo>
                    <a:pt x="0" y="20116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588" l="0" r="0" t="-1258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0" y="-123825"/>
              <a:ext cx="6461760" cy="2135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Arial"/>
                <a:buNone/>
              </a:pPr>
              <a:r>
                <a:rPr b="1" i="0" lang="en-US" sz="64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r>
                <a:rPr b="1" lang="en-US" sz="6400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2"/>
          <p:cNvSpPr txBox="1"/>
          <p:nvPr/>
        </p:nvSpPr>
        <p:spPr>
          <a:xfrm>
            <a:off x="822960" y="4250055"/>
            <a:ext cx="4846320" cy="109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Funcionales totales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6198870" y="2632710"/>
            <a:ext cx="5250180" cy="2781300"/>
          </a:xfrm>
          <a:custGeom>
            <a:rect b="b" l="l" r="r" t="t"/>
            <a:pathLst>
              <a:path extrusionOk="0" h="3708400" w="7000240">
                <a:moveTo>
                  <a:pt x="0" y="0"/>
                </a:moveTo>
                <a:lnTo>
                  <a:pt x="7000240" y="0"/>
                </a:lnTo>
                <a:lnTo>
                  <a:pt x="7000240" y="3708400"/>
                </a:lnTo>
                <a:lnTo>
                  <a:pt x="0" y="3708400"/>
                </a:lnTo>
                <a:close/>
              </a:path>
            </a:pathLst>
          </a:custGeom>
          <a:solidFill>
            <a:srgbClr val="2E2E2E"/>
          </a:solidFill>
          <a:ln cap="sq" cmpd="sng" w="38100">
            <a:solidFill>
              <a:srgbClr val="FF9A45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" name="Google Shape;144;p2"/>
          <p:cNvGrpSpPr/>
          <p:nvPr/>
        </p:nvGrpSpPr>
        <p:grpSpPr>
          <a:xfrm>
            <a:off x="6400800" y="2741771"/>
            <a:ext cx="4846320" cy="1601629"/>
            <a:chOff x="0" y="-123825"/>
            <a:chExt cx="6461760" cy="2135505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6461760" cy="2011680"/>
            </a:xfrm>
            <a:custGeom>
              <a:rect b="b" l="l" r="r" t="t"/>
              <a:pathLst>
                <a:path extrusionOk="0" h="20116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011680"/>
                  </a:lnTo>
                  <a:lnTo>
                    <a:pt x="0" y="20116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588" l="0" r="0" t="-1258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0" y="-123825"/>
              <a:ext cx="6461760" cy="2135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Arial"/>
                <a:buNone/>
              </a:pPr>
              <a:r>
                <a:rPr b="1" lang="en-US" sz="6400">
                  <a:solidFill>
                    <a:srgbClr val="FF9A45"/>
                  </a:solidFill>
                  <a:latin typeface="Calibri"/>
                  <a:ea typeface="Calibri"/>
                  <a:cs typeface="Calibri"/>
                  <a:sym typeface="Calibri"/>
                </a:rPr>
                <a:t>32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2"/>
          <p:cNvSpPr txBox="1"/>
          <p:nvPr/>
        </p:nvSpPr>
        <p:spPr>
          <a:xfrm>
            <a:off x="6400800" y="4250055"/>
            <a:ext cx="4846200" cy="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RF contemplados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en Incremento </a:t>
            </a:r>
            <a:r>
              <a:rPr lang="en-US" sz="220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11776710" y="2632710"/>
            <a:ext cx="5890260" cy="2781300"/>
          </a:xfrm>
          <a:custGeom>
            <a:rect b="b" l="l" r="r" t="t"/>
            <a:pathLst>
              <a:path extrusionOk="0" h="3708400" w="7853680">
                <a:moveTo>
                  <a:pt x="0" y="0"/>
                </a:moveTo>
                <a:lnTo>
                  <a:pt x="7853680" y="0"/>
                </a:lnTo>
                <a:lnTo>
                  <a:pt x="7853680" y="3708400"/>
                </a:lnTo>
                <a:lnTo>
                  <a:pt x="0" y="3708400"/>
                </a:lnTo>
                <a:close/>
              </a:path>
            </a:pathLst>
          </a:custGeom>
          <a:solidFill>
            <a:srgbClr val="2E2E2E"/>
          </a:solidFill>
          <a:ln cap="sq" cmpd="sng" w="381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2"/>
          <p:cNvGrpSpPr/>
          <p:nvPr/>
        </p:nvGrpSpPr>
        <p:grpSpPr>
          <a:xfrm>
            <a:off x="11978640" y="2741771"/>
            <a:ext cx="5486400" cy="1601629"/>
            <a:chOff x="0" y="-123825"/>
            <a:chExt cx="7315200" cy="2135505"/>
          </a:xfrm>
        </p:grpSpPr>
        <p:sp>
          <p:nvSpPr>
            <p:cNvPr id="150" name="Google Shape;150;p2"/>
            <p:cNvSpPr/>
            <p:nvPr/>
          </p:nvSpPr>
          <p:spPr>
            <a:xfrm>
              <a:off x="0" y="0"/>
              <a:ext cx="7315200" cy="2011680"/>
            </a:xfrm>
            <a:custGeom>
              <a:rect b="b" l="l" r="r" t="t"/>
              <a:pathLst>
                <a:path extrusionOk="0" h="2011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11680"/>
                  </a:lnTo>
                  <a:lnTo>
                    <a:pt x="0" y="20116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854" l="0" r="0" t="-2085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 txBox="1"/>
            <p:nvPr/>
          </p:nvSpPr>
          <p:spPr>
            <a:xfrm>
              <a:off x="0" y="-123825"/>
              <a:ext cx="7315200" cy="2135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Arial"/>
                <a:buNone/>
              </a:pPr>
              <a:r>
                <a:rPr b="1" lang="en-US" sz="6400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39</a:t>
              </a:r>
              <a:r>
                <a:rPr b="1" i="0" lang="en-US" sz="64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,</a:t>
              </a:r>
              <a:r>
                <a:rPr b="1" lang="en-US" sz="6400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r>
                <a:rPr b="1" i="0" lang="en-US" sz="64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2"/>
          <p:cNvSpPr txBox="1"/>
          <p:nvPr/>
        </p:nvSpPr>
        <p:spPr>
          <a:xfrm>
            <a:off x="11978640" y="4250055"/>
            <a:ext cx="5486400" cy="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Del total de RF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cubiertos en Inc. </a:t>
            </a:r>
            <a:r>
              <a:rPr lang="en-US" sz="220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621030" y="6381750"/>
            <a:ext cx="5250180" cy="2872740"/>
          </a:xfrm>
          <a:custGeom>
            <a:rect b="b" l="l" r="r" t="t"/>
            <a:pathLst>
              <a:path extrusionOk="0" h="3830320" w="7000240">
                <a:moveTo>
                  <a:pt x="0" y="0"/>
                </a:moveTo>
                <a:lnTo>
                  <a:pt x="7000240" y="0"/>
                </a:lnTo>
                <a:lnTo>
                  <a:pt x="7000240" y="3830320"/>
                </a:lnTo>
                <a:lnTo>
                  <a:pt x="0" y="3830320"/>
                </a:lnTo>
                <a:close/>
              </a:path>
            </a:pathLst>
          </a:custGeom>
          <a:solidFill>
            <a:srgbClr val="2E2E2E"/>
          </a:solidFill>
          <a:ln cap="sq" cmpd="sng" w="38100">
            <a:solidFill>
              <a:srgbClr val="9CA3A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2"/>
          <p:cNvGrpSpPr/>
          <p:nvPr/>
        </p:nvGrpSpPr>
        <p:grpSpPr>
          <a:xfrm>
            <a:off x="822960" y="6490811"/>
            <a:ext cx="4846320" cy="1651921"/>
            <a:chOff x="0" y="-123825"/>
            <a:chExt cx="6461760" cy="2202561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6461760" cy="2078736"/>
            </a:xfrm>
            <a:custGeom>
              <a:rect b="b" l="l" r="r" t="t"/>
              <a:pathLst>
                <a:path extrusionOk="0" h="2078736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078736"/>
                  </a:lnTo>
                  <a:lnTo>
                    <a:pt x="0" y="20787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569" l="0" r="0" t="-1056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"/>
            <p:cNvSpPr txBox="1"/>
            <p:nvPr/>
          </p:nvSpPr>
          <p:spPr>
            <a:xfrm>
              <a:off x="0" y="-123825"/>
              <a:ext cx="6461760" cy="2202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Arial"/>
                <a:buNone/>
              </a:pPr>
              <a:r>
                <a:rPr b="1" lang="en-US" sz="64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32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2"/>
          <p:cNvSpPr txBox="1"/>
          <p:nvPr/>
        </p:nvSpPr>
        <p:spPr>
          <a:xfrm>
            <a:off x="822960" y="8053959"/>
            <a:ext cx="4846320" cy="112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de Usuario (UR)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6198870" y="6381750"/>
            <a:ext cx="5250180" cy="2872740"/>
          </a:xfrm>
          <a:custGeom>
            <a:rect b="b" l="l" r="r" t="t"/>
            <a:pathLst>
              <a:path extrusionOk="0" h="3830320" w="7000240">
                <a:moveTo>
                  <a:pt x="0" y="0"/>
                </a:moveTo>
                <a:lnTo>
                  <a:pt x="7000240" y="0"/>
                </a:lnTo>
                <a:lnTo>
                  <a:pt x="7000240" y="3830320"/>
                </a:lnTo>
                <a:lnTo>
                  <a:pt x="0" y="3830320"/>
                </a:lnTo>
                <a:close/>
              </a:path>
            </a:pathLst>
          </a:custGeom>
          <a:solidFill>
            <a:srgbClr val="2E2E2E"/>
          </a:solidFill>
          <a:ln cap="sq" cmpd="sng" w="38100">
            <a:solidFill>
              <a:srgbClr val="9CA3A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" name="Google Shape;159;p2"/>
          <p:cNvGrpSpPr/>
          <p:nvPr/>
        </p:nvGrpSpPr>
        <p:grpSpPr>
          <a:xfrm>
            <a:off x="6400800" y="6583680"/>
            <a:ext cx="4846320" cy="1559052"/>
            <a:chOff x="0" y="0"/>
            <a:chExt cx="6461760" cy="2078736"/>
          </a:xfrm>
        </p:grpSpPr>
        <p:sp>
          <p:nvSpPr>
            <p:cNvPr id="160" name="Google Shape;160;p2"/>
            <p:cNvSpPr/>
            <p:nvPr/>
          </p:nvSpPr>
          <p:spPr>
            <a:xfrm>
              <a:off x="0" y="0"/>
              <a:ext cx="6461760" cy="2078736"/>
            </a:xfrm>
            <a:custGeom>
              <a:rect b="b" l="l" r="r" t="t"/>
              <a:pathLst>
                <a:path extrusionOk="0" h="2078736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078736"/>
                  </a:lnTo>
                  <a:lnTo>
                    <a:pt x="0" y="20787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569" l="0" r="0" t="-1056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 txBox="1"/>
            <p:nvPr/>
          </p:nvSpPr>
          <p:spPr>
            <a:xfrm>
              <a:off x="17" y="351031"/>
              <a:ext cx="6461700" cy="12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Arial"/>
                <a:buNone/>
              </a:pPr>
              <a:r>
                <a:rPr b="1" lang="en-US" sz="64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" name="Google Shape;162;p2"/>
          <p:cNvSpPr txBox="1"/>
          <p:nvPr/>
        </p:nvSpPr>
        <p:spPr>
          <a:xfrm>
            <a:off x="6400800" y="8053959"/>
            <a:ext cx="4846320" cy="112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(CU)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11776710" y="6381750"/>
            <a:ext cx="5890260" cy="2872740"/>
          </a:xfrm>
          <a:custGeom>
            <a:rect b="b" l="l" r="r" t="t"/>
            <a:pathLst>
              <a:path extrusionOk="0" h="3830320" w="7853680">
                <a:moveTo>
                  <a:pt x="0" y="0"/>
                </a:moveTo>
                <a:lnTo>
                  <a:pt x="7853680" y="0"/>
                </a:lnTo>
                <a:lnTo>
                  <a:pt x="7853680" y="3830320"/>
                </a:lnTo>
                <a:lnTo>
                  <a:pt x="0" y="3830320"/>
                </a:lnTo>
                <a:close/>
              </a:path>
            </a:pathLst>
          </a:custGeom>
          <a:solidFill>
            <a:srgbClr val="2E2E2E"/>
          </a:solidFill>
          <a:ln cap="sq" cmpd="sng" w="38100">
            <a:solidFill>
              <a:srgbClr val="9CA3A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2"/>
          <p:cNvGrpSpPr/>
          <p:nvPr/>
        </p:nvGrpSpPr>
        <p:grpSpPr>
          <a:xfrm>
            <a:off x="11978640" y="6583680"/>
            <a:ext cx="5486400" cy="1827069"/>
            <a:chOff x="0" y="0"/>
            <a:chExt cx="7315200" cy="2436092"/>
          </a:xfrm>
        </p:grpSpPr>
        <p:sp>
          <p:nvSpPr>
            <p:cNvPr id="165" name="Google Shape;165;p2"/>
            <p:cNvSpPr/>
            <p:nvPr/>
          </p:nvSpPr>
          <p:spPr>
            <a:xfrm>
              <a:off x="0" y="0"/>
              <a:ext cx="7315200" cy="2078736"/>
            </a:xfrm>
            <a:custGeom>
              <a:rect b="b" l="l" r="r" t="t"/>
              <a:pathLst>
                <a:path extrusionOk="0" h="207873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78736"/>
                  </a:lnTo>
                  <a:lnTo>
                    <a:pt x="0" y="20787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568" l="0" r="0" t="-1856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"/>
            <p:cNvSpPr txBox="1"/>
            <p:nvPr/>
          </p:nvSpPr>
          <p:spPr>
            <a:xfrm>
              <a:off x="0" y="233492"/>
              <a:ext cx="7315200" cy="220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Arial"/>
                <a:buNone/>
              </a:pPr>
              <a:r>
                <a:rPr b="1" lang="en-US" sz="64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184</a:t>
              </a:r>
              <a:endParaRPr b="1" sz="30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Arial"/>
                <a:buNone/>
              </a:pPr>
              <a:r>
                <a:t/>
              </a:r>
              <a:endParaRPr b="1" sz="30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2"/>
          <p:cNvSpPr txBox="1"/>
          <p:nvPr/>
        </p:nvSpPr>
        <p:spPr>
          <a:xfrm>
            <a:off x="11978640" y="8053959"/>
            <a:ext cx="5486400" cy="112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Diagramas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Secuencia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2"/>
          <p:cNvGrpSpPr/>
          <p:nvPr/>
        </p:nvGrpSpPr>
        <p:grpSpPr>
          <a:xfrm>
            <a:off x="640080" y="5860161"/>
            <a:ext cx="12070080" cy="540639"/>
            <a:chOff x="0" y="-38100"/>
            <a:chExt cx="16093440" cy="720852"/>
          </a:xfrm>
        </p:grpSpPr>
        <p:sp>
          <p:nvSpPr>
            <p:cNvPr id="169" name="Google Shape;169;p2"/>
            <p:cNvSpPr/>
            <p:nvPr/>
          </p:nvSpPr>
          <p:spPr>
            <a:xfrm>
              <a:off x="0" y="0"/>
              <a:ext cx="16093439" cy="682752"/>
            </a:xfrm>
            <a:custGeom>
              <a:rect b="b" l="l" r="r" t="t"/>
              <a:pathLst>
                <a:path extrusionOk="0" h="682752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09305" l="0" r="0" t="-40930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 txBox="1"/>
            <p:nvPr/>
          </p:nvSpPr>
          <p:spPr>
            <a:xfrm>
              <a:off x="0" y="-38100"/>
              <a:ext cx="16093440" cy="720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De los cuales se derivan →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/>
          <p:cNvSpPr/>
          <p:nvPr/>
        </p:nvSpPr>
        <p:spPr>
          <a:xfrm>
            <a:off x="-12697" y="-12697"/>
            <a:ext cx="244887" cy="10312432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206759" y="-12697"/>
            <a:ext cx="18093975" cy="135159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3"/>
          <p:cNvGrpSpPr/>
          <p:nvPr/>
        </p:nvGrpSpPr>
        <p:grpSpPr>
          <a:xfrm>
            <a:off x="640080" y="162306"/>
            <a:ext cx="17007840" cy="1062990"/>
            <a:chOff x="0" y="-76200"/>
            <a:chExt cx="22677120" cy="1417320"/>
          </a:xfrm>
        </p:grpSpPr>
        <p:sp>
          <p:nvSpPr>
            <p:cNvPr id="182" name="Google Shape;182;p3"/>
            <p:cNvSpPr/>
            <p:nvPr/>
          </p:nvSpPr>
          <p:spPr>
            <a:xfrm>
              <a:off x="0" y="0"/>
              <a:ext cx="22677120" cy="1341120"/>
            </a:xfrm>
            <a:custGeom>
              <a:rect b="b" l="l" r="r" t="t"/>
              <a:pathLst>
                <a:path extrusionOk="0"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7" l="0" r="0" t="-2794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"/>
            <p:cNvSpPr txBox="1"/>
            <p:nvPr/>
          </p:nvSpPr>
          <p:spPr>
            <a:xfrm>
              <a:off x="0" y="-76200"/>
              <a:ext cx="22677120" cy="1417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Requerimientos Funcionales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185" name="Google Shape;185;p3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"/>
            <p:cNvSpPr txBox="1"/>
            <p:nvPr/>
          </p:nvSpPr>
          <p:spPr>
            <a:xfrm>
              <a:off x="0" y="-38100"/>
              <a:ext cx="22677120" cy="574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3"/>
          <p:cNvSpPr/>
          <p:nvPr/>
        </p:nvSpPr>
        <p:spPr>
          <a:xfrm>
            <a:off x="627375" y="1413775"/>
            <a:ext cx="7150144" cy="720376"/>
          </a:xfrm>
          <a:custGeom>
            <a:rect b="b" l="l" r="r" t="t"/>
            <a:pathLst>
              <a:path extrusionOk="0" h="960501" w="11128629">
                <a:moveTo>
                  <a:pt x="0" y="0"/>
                </a:moveTo>
                <a:lnTo>
                  <a:pt x="11128629" y="0"/>
                </a:lnTo>
                <a:lnTo>
                  <a:pt x="11128629" y="960501"/>
                </a:lnTo>
                <a:lnTo>
                  <a:pt x="0" y="960501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3"/>
          <p:cNvGrpSpPr/>
          <p:nvPr/>
        </p:nvGrpSpPr>
        <p:grpSpPr>
          <a:xfrm>
            <a:off x="621300" y="1444763"/>
            <a:ext cx="7901407" cy="797288"/>
            <a:chOff x="-333862" y="0"/>
            <a:chExt cx="13081800" cy="1063050"/>
          </a:xfrm>
        </p:grpSpPr>
        <p:sp>
          <p:nvSpPr>
            <p:cNvPr id="189" name="Google Shape;189;p3"/>
            <p:cNvSpPr/>
            <p:nvPr/>
          </p:nvSpPr>
          <p:spPr>
            <a:xfrm>
              <a:off x="0" y="0"/>
              <a:ext cx="10607040" cy="877824"/>
            </a:xfrm>
            <a:custGeom>
              <a:rect b="b" l="l" r="r" t="t"/>
              <a:pathLst>
                <a:path extrusionOk="0" h="87782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5449" l="0" r="0" t="-18544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"/>
            <p:cNvSpPr txBox="1"/>
            <p:nvPr/>
          </p:nvSpPr>
          <p:spPr>
            <a:xfrm>
              <a:off x="-333862" y="127950"/>
              <a:ext cx="13081800" cy="9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lang="en-US" sz="19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FR-64: El sistema debe permitir asociar consumo a órdenes de trabajo.</a:t>
              </a:r>
              <a:endParaRPr b="1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t/>
              </a:r>
              <a:endParaRPr b="1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3"/>
          <p:cNvSpPr txBox="1"/>
          <p:nvPr/>
        </p:nvSpPr>
        <p:spPr>
          <a:xfrm>
            <a:off x="640075" y="2286525"/>
            <a:ext cx="7129200" cy="5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7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sistema debe permitir registrar el consumo de productos asociado a una orden de trabajo.</a:t>
            </a:r>
            <a:endParaRPr sz="207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7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7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ello, el usuario debe seleccionar una orden de trabajo previamente registrada y un producto existente en el sistema.</a:t>
            </a:r>
            <a:endParaRPr sz="207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7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7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sistema debe permitir ingresar la cantidad consumida, la cual debe ser un número entero mayor a 0.</a:t>
            </a:r>
            <a:endParaRPr sz="207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7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7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sistema debe validar que el producto exista y que exista stock suficiente antes de registrar el consumo.</a:t>
            </a:r>
            <a:endParaRPr sz="207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7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7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1"/>
              <a:buFont typeface="Arial"/>
              <a:buNone/>
            </a:pPr>
            <a:r>
              <a:t/>
            </a:r>
            <a:endParaRPr i="0" sz="207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9314175" y="1413775"/>
            <a:ext cx="8429936" cy="720376"/>
          </a:xfrm>
          <a:custGeom>
            <a:rect b="b" l="l" r="r" t="t"/>
            <a:pathLst>
              <a:path extrusionOk="0" h="960501" w="11128629">
                <a:moveTo>
                  <a:pt x="0" y="0"/>
                </a:moveTo>
                <a:lnTo>
                  <a:pt x="11128629" y="0"/>
                </a:lnTo>
                <a:lnTo>
                  <a:pt x="11128629" y="960501"/>
                </a:lnTo>
                <a:lnTo>
                  <a:pt x="0" y="960501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3"/>
          <p:cNvGrpSpPr/>
          <p:nvPr/>
        </p:nvGrpSpPr>
        <p:grpSpPr>
          <a:xfrm>
            <a:off x="9509752" y="1416175"/>
            <a:ext cx="6298544" cy="686943"/>
            <a:chOff x="0" y="-38100"/>
            <a:chExt cx="10607181" cy="915924"/>
          </a:xfrm>
        </p:grpSpPr>
        <p:sp>
          <p:nvSpPr>
            <p:cNvPr id="194" name="Google Shape;194;p3"/>
            <p:cNvSpPr/>
            <p:nvPr/>
          </p:nvSpPr>
          <p:spPr>
            <a:xfrm>
              <a:off x="0" y="0"/>
              <a:ext cx="10607040" cy="877824"/>
            </a:xfrm>
            <a:custGeom>
              <a:rect b="b" l="l" r="r" t="t"/>
              <a:pathLst>
                <a:path extrusionOk="0" h="87782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5449" l="0" r="0" t="-18544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"/>
            <p:cNvSpPr txBox="1"/>
            <p:nvPr/>
          </p:nvSpPr>
          <p:spPr>
            <a:xfrm>
              <a:off x="81" y="-38100"/>
              <a:ext cx="10607100" cy="9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US" sz="20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FR-72: Alertas anticipadas de faltantes en pedidos.</a:t>
              </a:r>
              <a:endParaRPr b="1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3"/>
          <p:cNvSpPr txBox="1"/>
          <p:nvPr/>
        </p:nvSpPr>
        <p:spPr>
          <a:xfrm>
            <a:off x="9314175" y="2242056"/>
            <a:ext cx="8508300" cy="55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sistema debe generar alertas con 48 horas de anticipación cuando un pedido programado no cuente con todos los insumos necesarios.</a:t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alerta debe indicar:</a:t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Producto faltante. </a:t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Cantidad requerida. </a:t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Cantidad disponible. </a:t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Proveedor sugerido.</a:t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sistema debe evaluar automáticamente el estado del inventario en relación con los pedidos programados.</a:t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"/>
          <p:cNvSpPr/>
          <p:nvPr/>
        </p:nvSpPr>
        <p:spPr>
          <a:xfrm>
            <a:off x="-12697" y="-12697"/>
            <a:ext cx="244887" cy="10312432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206759" y="-12697"/>
            <a:ext cx="18093975" cy="135159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4"/>
          <p:cNvGrpSpPr/>
          <p:nvPr/>
        </p:nvGrpSpPr>
        <p:grpSpPr>
          <a:xfrm>
            <a:off x="640080" y="162306"/>
            <a:ext cx="17007840" cy="1062990"/>
            <a:chOff x="0" y="-76200"/>
            <a:chExt cx="22677120" cy="1417320"/>
          </a:xfrm>
        </p:grpSpPr>
        <p:sp>
          <p:nvSpPr>
            <p:cNvPr id="208" name="Google Shape;208;p4"/>
            <p:cNvSpPr/>
            <p:nvPr/>
          </p:nvSpPr>
          <p:spPr>
            <a:xfrm>
              <a:off x="0" y="0"/>
              <a:ext cx="22677120" cy="1341120"/>
            </a:xfrm>
            <a:custGeom>
              <a:rect b="b" l="l" r="r" t="t"/>
              <a:pathLst>
                <a:path extrusionOk="0"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7" l="0" r="0" t="-2794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"/>
            <p:cNvSpPr txBox="1"/>
            <p:nvPr/>
          </p:nvSpPr>
          <p:spPr>
            <a:xfrm>
              <a:off x="0" y="-76200"/>
              <a:ext cx="22677120" cy="1417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Requerimientos de Usuario (UR)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4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211" name="Google Shape;211;p4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"/>
            <p:cNvSpPr txBox="1"/>
            <p:nvPr/>
          </p:nvSpPr>
          <p:spPr>
            <a:xfrm>
              <a:off x="0" y="-38100"/>
              <a:ext cx="22677120" cy="574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4"/>
          <p:cNvSpPr/>
          <p:nvPr/>
        </p:nvSpPr>
        <p:spPr>
          <a:xfrm>
            <a:off x="621030" y="1480566"/>
            <a:ext cx="17045940" cy="3512820"/>
          </a:xfrm>
          <a:custGeom>
            <a:rect b="b" l="l" r="r" t="t"/>
            <a:pathLst>
              <a:path extrusionOk="0" h="4683760" w="22727920">
                <a:moveTo>
                  <a:pt x="0" y="0"/>
                </a:moveTo>
                <a:lnTo>
                  <a:pt x="22727920" y="0"/>
                </a:lnTo>
                <a:lnTo>
                  <a:pt x="22727920" y="4683760"/>
                </a:lnTo>
                <a:lnTo>
                  <a:pt x="0" y="4683760"/>
                </a:lnTo>
                <a:close/>
              </a:path>
            </a:pathLst>
          </a:custGeom>
          <a:solidFill>
            <a:srgbClr val="2E2E2E"/>
          </a:solidFill>
          <a:ln cap="sq" cmpd="sng" w="381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627383" y="1486919"/>
            <a:ext cx="135159" cy="3500151"/>
          </a:xfrm>
          <a:custGeom>
            <a:rect b="b" l="l" r="r" t="t"/>
            <a:pathLst>
              <a:path extrusionOk="0" h="4666869" w="180213">
                <a:moveTo>
                  <a:pt x="0" y="0"/>
                </a:moveTo>
                <a:lnTo>
                  <a:pt x="180213" y="0"/>
                </a:lnTo>
                <a:lnTo>
                  <a:pt x="180213" y="4666869"/>
                </a:lnTo>
                <a:lnTo>
                  <a:pt x="0" y="4666869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4"/>
          <p:cNvGrpSpPr/>
          <p:nvPr/>
        </p:nvGrpSpPr>
        <p:grpSpPr>
          <a:xfrm>
            <a:off x="1005840" y="1573625"/>
            <a:ext cx="16459200" cy="730663"/>
            <a:chOff x="0" y="-47625"/>
            <a:chExt cx="21945600" cy="974217"/>
          </a:xfrm>
        </p:grpSpPr>
        <p:sp>
          <p:nvSpPr>
            <p:cNvPr id="216" name="Google Shape;216;p4"/>
            <p:cNvSpPr/>
            <p:nvPr/>
          </p:nvSpPr>
          <p:spPr>
            <a:xfrm>
              <a:off x="0" y="0"/>
              <a:ext cx="21945600" cy="926592"/>
            </a:xfrm>
            <a:custGeom>
              <a:rect b="b" l="l" r="r" t="t"/>
              <a:pathLst>
                <a:path extrusionOk="0"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11510" l="0" r="0" t="-41151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UR 11.1 · </a:t>
              </a:r>
              <a:r>
                <a:rPr b="1" lang="en-US" sz="2799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Asociar consumo a órdenes de trabajo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4"/>
          <p:cNvGrpSpPr/>
          <p:nvPr/>
        </p:nvGrpSpPr>
        <p:grpSpPr>
          <a:xfrm>
            <a:off x="1005840" y="2305145"/>
            <a:ext cx="16459200" cy="2413159"/>
            <a:chOff x="0" y="-47625"/>
            <a:chExt cx="21945600" cy="3217545"/>
          </a:xfrm>
        </p:grpSpPr>
        <p:sp>
          <p:nvSpPr>
            <p:cNvPr id="219" name="Google Shape;219;p4"/>
            <p:cNvSpPr/>
            <p:nvPr/>
          </p:nvSpPr>
          <p:spPr>
            <a:xfrm>
              <a:off x="0" y="0"/>
              <a:ext cx="21945600" cy="3169920"/>
            </a:xfrm>
            <a:custGeom>
              <a:rect b="b" l="l" r="r" t="t"/>
              <a:pathLst>
                <a:path extrusionOk="0" h="3169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169920"/>
                  </a:lnTo>
                  <a:lnTo>
                    <a:pt x="0" y="31699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894" l="0" r="0" t="-8489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"/>
            <p:cNvSpPr txBox="1"/>
            <p:nvPr/>
          </p:nvSpPr>
          <p:spPr>
            <a:xfrm>
              <a:off x="0" y="-47625"/>
              <a:ext cx="21945600" cy="321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lang="en-US" sz="2499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Cómo JOP, quiero vincular salidas de material a una orden de trabajo, para conocer las cantidades necesarias para cada proyecto.</a:t>
              </a:r>
              <a:endParaRPr sz="2499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t/>
              </a:r>
              <a:endParaRPr sz="2499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4"/>
          <p:cNvSpPr/>
          <p:nvPr/>
        </p:nvSpPr>
        <p:spPr>
          <a:xfrm>
            <a:off x="621030" y="5375910"/>
            <a:ext cx="17045940" cy="3512820"/>
          </a:xfrm>
          <a:custGeom>
            <a:rect b="b" l="l" r="r" t="t"/>
            <a:pathLst>
              <a:path extrusionOk="0" h="4683760" w="22727920">
                <a:moveTo>
                  <a:pt x="0" y="0"/>
                </a:moveTo>
                <a:lnTo>
                  <a:pt x="22727920" y="0"/>
                </a:lnTo>
                <a:lnTo>
                  <a:pt x="22727920" y="4683760"/>
                </a:lnTo>
                <a:lnTo>
                  <a:pt x="0" y="4683760"/>
                </a:lnTo>
                <a:close/>
              </a:path>
            </a:pathLst>
          </a:custGeom>
          <a:solidFill>
            <a:srgbClr val="2E2E2E"/>
          </a:solidFill>
          <a:ln cap="sq" cmpd="sng" w="381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627383" y="5382263"/>
            <a:ext cx="135159" cy="3500151"/>
          </a:xfrm>
          <a:custGeom>
            <a:rect b="b" l="l" r="r" t="t"/>
            <a:pathLst>
              <a:path extrusionOk="0" h="4666869" w="180213">
                <a:moveTo>
                  <a:pt x="0" y="0"/>
                </a:moveTo>
                <a:lnTo>
                  <a:pt x="180213" y="0"/>
                </a:lnTo>
                <a:lnTo>
                  <a:pt x="180213" y="4666869"/>
                </a:lnTo>
                <a:lnTo>
                  <a:pt x="0" y="4666869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4"/>
          <p:cNvGrpSpPr/>
          <p:nvPr/>
        </p:nvGrpSpPr>
        <p:grpSpPr>
          <a:xfrm>
            <a:off x="1005840" y="5468969"/>
            <a:ext cx="16459200" cy="730663"/>
            <a:chOff x="0" y="-47625"/>
            <a:chExt cx="21945600" cy="974217"/>
          </a:xfrm>
        </p:grpSpPr>
        <p:sp>
          <p:nvSpPr>
            <p:cNvPr id="224" name="Google Shape;224;p4"/>
            <p:cNvSpPr/>
            <p:nvPr/>
          </p:nvSpPr>
          <p:spPr>
            <a:xfrm>
              <a:off x="0" y="0"/>
              <a:ext cx="21945600" cy="926592"/>
            </a:xfrm>
            <a:custGeom>
              <a:rect b="b" l="l" r="r" t="t"/>
              <a:pathLst>
                <a:path extrusionOk="0"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11510" l="0" r="0" t="-41151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"/>
            <p:cNvSpPr txBox="1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UR </a:t>
              </a:r>
              <a:r>
                <a:rPr b="1" lang="en-US" sz="2799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13.2</a:t>
              </a:r>
              <a:r>
                <a:rPr b="1" i="0" lang="en-US" sz="2799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 · </a:t>
              </a:r>
              <a:r>
                <a:rPr b="1" lang="en-US" sz="2799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Recibir alertas anticipadas de productos faltantes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4"/>
          <p:cNvGrpSpPr/>
          <p:nvPr/>
        </p:nvGrpSpPr>
        <p:grpSpPr>
          <a:xfrm>
            <a:off x="1005840" y="6200489"/>
            <a:ext cx="16459200" cy="2413159"/>
            <a:chOff x="0" y="-47625"/>
            <a:chExt cx="21945600" cy="3217545"/>
          </a:xfrm>
        </p:grpSpPr>
        <p:sp>
          <p:nvSpPr>
            <p:cNvPr id="227" name="Google Shape;227;p4"/>
            <p:cNvSpPr/>
            <p:nvPr/>
          </p:nvSpPr>
          <p:spPr>
            <a:xfrm>
              <a:off x="0" y="0"/>
              <a:ext cx="21945600" cy="3169920"/>
            </a:xfrm>
            <a:custGeom>
              <a:rect b="b" l="l" r="r" t="t"/>
              <a:pathLst>
                <a:path extrusionOk="0" h="3169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169920"/>
                  </a:lnTo>
                  <a:lnTo>
                    <a:pt x="0" y="31699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894" l="0" r="0" t="-8489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"/>
            <p:cNvSpPr txBox="1"/>
            <p:nvPr/>
          </p:nvSpPr>
          <p:spPr>
            <a:xfrm>
              <a:off x="0" y="-47625"/>
              <a:ext cx="21945600" cy="321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lang="en-US" sz="2499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Cómo JOP, quiero recibir avisos con 48h de antelación en caso de que falte stock para un pedido agendado, para gestionar las compras a tiempo para evitar retrasos en la instalación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4"/>
          <p:cNvGrpSpPr/>
          <p:nvPr/>
        </p:nvGrpSpPr>
        <p:grpSpPr>
          <a:xfrm>
            <a:off x="912321" y="4461129"/>
            <a:ext cx="7315200" cy="485775"/>
            <a:chOff x="0" y="-38100"/>
            <a:chExt cx="9753600" cy="647700"/>
          </a:xfrm>
        </p:grpSpPr>
        <p:sp>
          <p:nvSpPr>
            <p:cNvPr id="230" name="Google Shape;230;p4"/>
            <p:cNvSpPr/>
            <p:nvPr/>
          </p:nvSpPr>
          <p:spPr>
            <a:xfrm>
              <a:off x="0" y="0"/>
              <a:ext cx="9753600" cy="609600"/>
            </a:xfrm>
            <a:custGeom>
              <a:rect b="b" l="l" r="r" t="t"/>
              <a:pathLst>
                <a:path extrusionOk="0"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"/>
            <p:cNvSpPr txBox="1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1" lang="en-US" sz="19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Relacionado con: </a:t>
              </a:r>
              <a:r>
                <a:rPr b="1" i="1" lang="en-US" sz="1900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FR-64</a:t>
              </a:r>
              <a:endParaRPr b="1" i="0" sz="1400" u="none" cap="none" strike="noStrike">
                <a:solidFill>
                  <a:srgbClr val="000000"/>
                </a:solidFill>
              </a:endParaRPr>
            </a:p>
          </p:txBody>
        </p:sp>
      </p:grpSp>
      <p:grpSp>
        <p:nvGrpSpPr>
          <p:cNvPr id="232" name="Google Shape;232;p4"/>
          <p:cNvGrpSpPr/>
          <p:nvPr/>
        </p:nvGrpSpPr>
        <p:grpSpPr>
          <a:xfrm>
            <a:off x="912321" y="8352282"/>
            <a:ext cx="7315200" cy="485775"/>
            <a:chOff x="0" y="-38100"/>
            <a:chExt cx="9753600" cy="647700"/>
          </a:xfrm>
        </p:grpSpPr>
        <p:sp>
          <p:nvSpPr>
            <p:cNvPr id="233" name="Google Shape;233;p4"/>
            <p:cNvSpPr/>
            <p:nvPr/>
          </p:nvSpPr>
          <p:spPr>
            <a:xfrm>
              <a:off x="0" y="0"/>
              <a:ext cx="9753600" cy="609600"/>
            </a:xfrm>
            <a:custGeom>
              <a:rect b="b" l="l" r="r" t="t"/>
              <a:pathLst>
                <a:path extrusionOk="0"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"/>
            <p:cNvSpPr txBox="1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1" lang="en-US" sz="19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Relacionado con: </a:t>
              </a:r>
              <a:r>
                <a:rPr i="1" lang="en-US" sz="1900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FR-72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/>
          <p:nvPr/>
        </p:nvSpPr>
        <p:spPr>
          <a:xfrm>
            <a:off x="-12697" y="-12697"/>
            <a:ext cx="244887" cy="10312432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206759" y="-12697"/>
            <a:ext cx="18093975" cy="135159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5"/>
          <p:cNvGrpSpPr/>
          <p:nvPr/>
        </p:nvGrpSpPr>
        <p:grpSpPr>
          <a:xfrm>
            <a:off x="640080" y="113758"/>
            <a:ext cx="15798262" cy="1062990"/>
            <a:chOff x="0" y="-76200"/>
            <a:chExt cx="21064349" cy="1417320"/>
          </a:xfrm>
        </p:grpSpPr>
        <p:sp>
          <p:nvSpPr>
            <p:cNvPr id="246" name="Google Shape;246;p5"/>
            <p:cNvSpPr/>
            <p:nvPr/>
          </p:nvSpPr>
          <p:spPr>
            <a:xfrm>
              <a:off x="0" y="0"/>
              <a:ext cx="21064348" cy="1341120"/>
            </a:xfrm>
            <a:custGeom>
              <a:rect b="b" l="l" r="r" t="t"/>
              <a:pathLst>
                <a:path extrusionOk="0" h="1341120" w="21064348">
                  <a:moveTo>
                    <a:pt x="0" y="0"/>
                  </a:moveTo>
                  <a:lnTo>
                    <a:pt x="21064348" y="0"/>
                  </a:lnTo>
                  <a:lnTo>
                    <a:pt x="21064348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7" l="0" r="-7657" t="-2794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5"/>
            <p:cNvSpPr txBox="1"/>
            <p:nvPr/>
          </p:nvSpPr>
          <p:spPr>
            <a:xfrm>
              <a:off x="0" y="-76200"/>
              <a:ext cx="21064349" cy="1417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Caso de Uso: CU-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95</a:t>
              </a: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y CU-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96</a:t>
              </a: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asociados al UR 11.1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" name="Google Shape;248;p5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249" name="Google Shape;249;p5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5"/>
            <p:cNvSpPr txBox="1"/>
            <p:nvPr/>
          </p:nvSpPr>
          <p:spPr>
            <a:xfrm>
              <a:off x="0" y="-38100"/>
              <a:ext cx="22677120" cy="574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51" name="Google Shape;251;p5"/>
          <p:cNvGraphicFramePr/>
          <p:nvPr/>
        </p:nvGraphicFramePr>
        <p:xfrm>
          <a:off x="574742" y="11767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{19C2EDA3-E4D0-4A04-8559-57A2E3659E36}</a:tableStyleId>
              </a:tblPr>
              <a:tblGrid>
                <a:gridCol w="1780975"/>
                <a:gridCol w="6608750"/>
              </a:tblGrid>
              <a:tr h="50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9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920"/>
                    </a:solidFill>
                  </a:tcPr>
                </a:tc>
              </a:tr>
              <a:tr h="50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CU-95: Registrando consumos en orden de trabajo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50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Actor(es)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JOP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74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Resumen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Permite al usuario seleccionar una OT y registrar los materiales que se han utilizado en ella.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50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Frecuencia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74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Precondiciones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Debe existir una Orden de Trabajo en estado "Abierta".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142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usuario selecciona una Orden de Trabajo abierta , el sistema despliega los productos disponibles, el usuario agrega un producto y su cantidad [Excepción 1] [Excepción 2] [Excepción 3], el sistema valida el formato y registra la solicitud de consumo vinculada a la OT, el usuario visualiza la confirmación del registro.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215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1:</a:t>
                      </a: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Cantidad igual o menor a cero. El sistema muestra un error y exige un valor positivo.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2:</a:t>
                      </a: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El producto ya fue registrado como consumo en esta misma OT. El sistema pregunta si desea actualizar la cantidad existente o sumar a la ya registrada.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3: </a:t>
                      </a: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existen Órdenes de Trabajo en estado "Abierta". El sistema informa que no hay OTs disponibles para registrar consumos.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Postcondiciones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producto queda identificado de forma única en la plataforma.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652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Dependencias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 11.1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2" name="Google Shape;252;p5"/>
          <p:cNvGraphicFramePr/>
          <p:nvPr/>
        </p:nvGraphicFramePr>
        <p:xfrm>
          <a:off x="9307004" y="11767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{19C2EDA3-E4D0-4A04-8559-57A2E3659E36}</a:tableStyleId>
              </a:tblPr>
              <a:tblGrid>
                <a:gridCol w="3301050"/>
                <a:gridCol w="5388875"/>
              </a:tblGrid>
              <a:tr h="50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9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920"/>
                    </a:solidFill>
                  </a:tcPr>
                </a:tc>
              </a:tr>
              <a:tr h="50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CU-96: Consultando consumos registrados en una OT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50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Actor(es)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Jop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7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Resumen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Permite visualizar los materiales ya consumidos en una Orden de Trabajo.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50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Frecuencia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10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Precondiciones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Debe existir una Orden de Trabajo con al menos un consumo registrado.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16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usuario selecciona una Orden de Trabajo [Excepción 1], el sistema recupera y despliega el listado de consumos asociados con producto, cantidad, fecha y costo [Excepción 2], el usuario revisa la información.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118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1: </a:t>
                      </a: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OT seleccionada no tiene consumos registrados. El sistema informa que aún no se han asociado materiales a esta orden.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2: </a:t>
                      </a: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Algún producto consumido fue dado de baja del catálogo. El sistema muestra el registro histórico con el SKU y nombre originales, indicando que el producto ya no está activo.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7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Postcondiciones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usuario localiza el registro para posteriores acciones (editar, ver o mover).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39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Dependencias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 11.1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7" name="Google Shape;257;p6"/>
          <p:cNvGraphicFramePr/>
          <p:nvPr/>
        </p:nvGraphicFramePr>
        <p:xfrm>
          <a:off x="9844472" y="13644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{19C2EDA3-E4D0-4A04-8559-57A2E3659E36}</a:tableStyleId>
              </a:tblPr>
              <a:tblGrid>
                <a:gridCol w="3007825"/>
                <a:gridCol w="4910175"/>
              </a:tblGrid>
              <a:tr h="5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9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920"/>
                    </a:solidFill>
                  </a:tcPr>
                </a:tc>
              </a:tr>
              <a:tr h="47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CU-113: Consultando información de abastecimiento crítico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39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Actor(es)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Jop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808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Resumen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Permite visualizar el desglose técnico de un faltante y la justificación del proveedor sugerido para la emergencia.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37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Frecuencia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0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Precondiciones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Alerta anticipada generada por el sistema, CU-105.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143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usuario selecciona una alerta del dashboard [Excepción 1], el sistema despliega la comparativa entre el stock físico y el requerido junto con la ficha del proveedor sugerido y su tiempo de entrega [Excepción 2] [Excepción 3], el usuario valida la viabilidad de la compra.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13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1:</a:t>
                      </a: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El stock cambió recientemente por un ingreso de última hora. El sistema actualiza la alerta y la marca como "En proceso de resolución".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2</a:t>
                      </a: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El producto faltante no tiene proveedores asociados en la lista maestra. El sistema informa que no existe proveedor sugerido y recomienda registrar uno.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3</a:t>
                      </a: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El proveedor sugerido no tiene tiempo de entrega registrado. El sistema muestra la ficha sin la estimación de plazo y advierte que la viabilidad temporal no puede evaluarse.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59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Postcondiciones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JOP tiene los datos necesarios para tomar una decisión de compra informada.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0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Dependencias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 13.2, CU-105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grpSp>
        <p:nvGrpSpPr>
          <p:cNvPr id="258" name="Google Shape;258;p6"/>
          <p:cNvGrpSpPr/>
          <p:nvPr/>
        </p:nvGrpSpPr>
        <p:grpSpPr>
          <a:xfrm>
            <a:off x="390697" y="146249"/>
            <a:ext cx="16521745" cy="1062990"/>
            <a:chOff x="0" y="-76200"/>
            <a:chExt cx="22028993" cy="1417320"/>
          </a:xfrm>
        </p:grpSpPr>
        <p:sp>
          <p:nvSpPr>
            <p:cNvPr id="259" name="Google Shape;259;p6"/>
            <p:cNvSpPr/>
            <p:nvPr/>
          </p:nvSpPr>
          <p:spPr>
            <a:xfrm>
              <a:off x="0" y="0"/>
              <a:ext cx="22028993" cy="1341120"/>
            </a:xfrm>
            <a:custGeom>
              <a:rect b="b" l="l" r="r" t="t"/>
              <a:pathLst>
                <a:path extrusionOk="0" h="1341120" w="22028993">
                  <a:moveTo>
                    <a:pt x="0" y="0"/>
                  </a:moveTo>
                  <a:lnTo>
                    <a:pt x="22028993" y="0"/>
                  </a:lnTo>
                  <a:lnTo>
                    <a:pt x="22028993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7" l="0" r="-2942" t="-2794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6"/>
            <p:cNvSpPr txBox="1"/>
            <p:nvPr/>
          </p:nvSpPr>
          <p:spPr>
            <a:xfrm>
              <a:off x="0" y="-76200"/>
              <a:ext cx="22028993" cy="1417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Caso de Uso: CU-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112</a:t>
              </a: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y CU-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113</a:t>
              </a: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asociados al UR 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13.2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1" name="Google Shape;261;p6"/>
          <p:cNvSpPr/>
          <p:nvPr/>
        </p:nvSpPr>
        <p:spPr>
          <a:xfrm>
            <a:off x="-12697" y="-12697"/>
            <a:ext cx="244887" cy="10312432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206759" y="-12697"/>
            <a:ext cx="18093975" cy="135159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p6"/>
          <p:cNvGrpSpPr/>
          <p:nvPr/>
        </p:nvGrpSpPr>
        <p:grpSpPr>
          <a:xfrm>
            <a:off x="640078" y="9755501"/>
            <a:ext cx="7002695" cy="430911"/>
            <a:chOff x="0" y="-38100"/>
            <a:chExt cx="22677120" cy="574548"/>
          </a:xfrm>
        </p:grpSpPr>
        <p:sp>
          <p:nvSpPr>
            <p:cNvPr id="264" name="Google Shape;264;p6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6"/>
            <p:cNvSpPr txBox="1"/>
            <p:nvPr/>
          </p:nvSpPr>
          <p:spPr>
            <a:xfrm>
              <a:off x="0" y="-38100"/>
              <a:ext cx="22677120" cy="574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66" name="Google Shape;266;p6"/>
          <p:cNvGraphicFramePr/>
          <p:nvPr/>
        </p:nvGraphicFramePr>
        <p:xfrm>
          <a:off x="1159647" y="1278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{19C2EDA3-E4D0-4A04-8559-57A2E3659E36}</a:tableStyleId>
              </a:tblPr>
              <a:tblGrid>
                <a:gridCol w="2931575"/>
                <a:gridCol w="4785725"/>
              </a:tblGrid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9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920"/>
                    </a:solidFill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CU-112: Recibiendo alertas anticipadas de productos faltantes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Actor(es)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Jop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82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Resumen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Avisos automáticos con 48h de antelación si falta stock para un pedido agendado.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Frecuencia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82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Precondiciones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Calendario de instalaciones activo.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124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revisa las instalaciones programadas a 48 horas y detecta productos con stock insuficiente [Excepción 1] [Excepción 2], el sistema dispara una alerta, el usuario visualiza la alerta y gestiona las compras de emergencia.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161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1:</a:t>
                      </a: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Pedido ya marcado como listo. El sistema omite la alerta.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2: </a:t>
                      </a: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 datos de la agenda de instalaciones no están disponibles. El sistema informa en el dashboard que la verificación de faltantes no pudo completarse y solicita reintentar.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Postcondiciones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minimiza el riesgo de cancelaciones a último minuto.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Dependencias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 13.2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a7cadc116_1_26"/>
          <p:cNvSpPr/>
          <p:nvPr/>
        </p:nvSpPr>
        <p:spPr>
          <a:xfrm>
            <a:off x="-12697" y="-12697"/>
            <a:ext cx="244888" cy="10312433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a7cadc116_1_26"/>
          <p:cNvSpPr/>
          <p:nvPr/>
        </p:nvSpPr>
        <p:spPr>
          <a:xfrm>
            <a:off x="206759" y="-12697"/>
            <a:ext cx="18093976" cy="135160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7" name="Google Shape;277;g3fa7cadc116_1_26"/>
          <p:cNvGrpSpPr/>
          <p:nvPr/>
        </p:nvGrpSpPr>
        <p:grpSpPr>
          <a:xfrm>
            <a:off x="640080" y="65284"/>
            <a:ext cx="17493301" cy="1062990"/>
            <a:chOff x="0" y="-76200"/>
            <a:chExt cx="23324401" cy="1417320"/>
          </a:xfrm>
        </p:grpSpPr>
        <p:sp>
          <p:nvSpPr>
            <p:cNvPr id="278" name="Google Shape;278;g3fa7cadc116_1_26"/>
            <p:cNvSpPr/>
            <p:nvPr/>
          </p:nvSpPr>
          <p:spPr>
            <a:xfrm>
              <a:off x="0" y="0"/>
              <a:ext cx="23324401" cy="1341120"/>
            </a:xfrm>
            <a:custGeom>
              <a:rect b="b" l="l" r="r" t="t"/>
              <a:pathLst>
                <a:path extrusionOk="0" h="1341120" w="23324401">
                  <a:moveTo>
                    <a:pt x="0" y="0"/>
                  </a:moveTo>
                  <a:lnTo>
                    <a:pt x="23324401" y="0"/>
                  </a:lnTo>
                  <a:lnTo>
                    <a:pt x="23324401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1" l="0" r="2770" t="-27947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3fa7cadc116_1_26"/>
            <p:cNvSpPr txBox="1"/>
            <p:nvPr/>
          </p:nvSpPr>
          <p:spPr>
            <a:xfrm>
              <a:off x="0" y="-76200"/>
              <a:ext cx="23324400" cy="14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Caso de Uso: CU-114 Y CU-11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asociado al UR 13.2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g3fa7cadc116_1_26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281" name="Google Shape;281;g3fa7cadc116_1_26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fa7cadc116_1_26"/>
            <p:cNvSpPr txBox="1"/>
            <p:nvPr/>
          </p:nvSpPr>
          <p:spPr>
            <a:xfrm>
              <a:off x="0" y="-38100"/>
              <a:ext cx="22677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83" name="Google Shape;283;g3fa7cadc116_1_26"/>
          <p:cNvGraphicFramePr/>
          <p:nvPr/>
        </p:nvGraphicFramePr>
        <p:xfrm>
          <a:off x="506778" y="1473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{19C2EDA3-E4D0-4A04-8559-57A2E3659E36}</a:tableStyleId>
              </a:tblPr>
              <a:tblGrid>
                <a:gridCol w="2505675"/>
                <a:gridCol w="5808525"/>
              </a:tblGrid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9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920"/>
                    </a:solidFill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CU-114: Generando solicitud de compra de emergencia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Actor(es)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</a:t>
                      </a: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92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Resumen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Permite emitir un documento de requerimiento de compra urgente directamente desde el panel de alertas.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Frecuencia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Precondiciones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Alerta de faltante consultada, CU-106 y proveedor validado</a:t>
                      </a:r>
                      <a:r>
                        <a:rPr lang="en-US" sz="1500" u="none" cap="none" strike="noStrike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123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usuario presiona "Iniciar Compra de Emergencia" [Excepción 2], el sistema autocompleta una solicitud con los datos del proveedor y las cantidades faltantes [Excepción 1], el sistema envía automaticamente la solicitud al módulo de gerencia.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123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1: El proveedor sugerido no tiene stock confirmado. El sistema permite al usuario seleccionar manualmente otro proveedor de la lista maestra.</a:t>
                      </a:r>
                      <a:endParaRPr sz="14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Postcondiciones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inicia formalmente el flujo de adquisición para evitar la cancelación de la instalación.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Dependencias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 13.2, CU-106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4" name="Google Shape;284;g3fa7cadc116_1_26"/>
          <p:cNvGraphicFramePr/>
          <p:nvPr/>
        </p:nvGraphicFramePr>
        <p:xfrm>
          <a:off x="9622153" y="13190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{19C2EDA3-E4D0-4A04-8559-57A2E3659E36}</a:tableStyleId>
              </a:tblPr>
              <a:tblGrid>
                <a:gridCol w="2505675"/>
                <a:gridCol w="5808525"/>
              </a:tblGrid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9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920"/>
                    </a:solidFill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CU-115: Resolviendo o descartando alerta de faltante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Actor(es)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Gerencia / JOP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92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Resumen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Permite cerrar el ciclo de vida de una alerta, registrando su resolución o descarte con motivo.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Frecuencia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Precondiciones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Debe existir al menos una alerta activa en el dashboard del JOP.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123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usuario selecciona una alerta activa [Excepción 1], el sistema muestra las opciones de cierre “Resuelta”, “Pospuesta” o “Descartada”, el usuario selecciona la acción y registra un motivo breve [Excepción 2], el sistema actualiza el estado de la alerta y la mueve al historial.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123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1: La alerta ya fue resuelta o descartada por otro usuario. El sistema informa que la alerta ya no está activa y actualiza la vista.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Excepción 2: El usuario no ingresa un motivo de cierre. El sistema solicita completar el campo obligatorio.</a:t>
                      </a:r>
                      <a:endParaRPr sz="1500">
                        <a:solidFill>
                          <a:srgbClr val="D1D5D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Postcondiciones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alerta queda registrada en el historial con su estado final, fecha y usuario responsable.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479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Dependencias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D1D5D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 13.2, CU-105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/>
          <p:nvPr/>
        </p:nvSpPr>
        <p:spPr>
          <a:xfrm>
            <a:off x="-12697" y="-12697"/>
            <a:ext cx="244887" cy="10312432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206759" y="-12697"/>
            <a:ext cx="18093975" cy="135159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5" name="Google Shape;295;p10"/>
          <p:cNvGrpSpPr/>
          <p:nvPr/>
        </p:nvGrpSpPr>
        <p:grpSpPr>
          <a:xfrm>
            <a:off x="640080" y="162306"/>
            <a:ext cx="4385861" cy="1062990"/>
            <a:chOff x="0" y="-76200"/>
            <a:chExt cx="5847815" cy="1417320"/>
          </a:xfrm>
        </p:grpSpPr>
        <p:sp>
          <p:nvSpPr>
            <p:cNvPr id="296" name="Google Shape;296;p10"/>
            <p:cNvSpPr/>
            <p:nvPr/>
          </p:nvSpPr>
          <p:spPr>
            <a:xfrm>
              <a:off x="0" y="0"/>
              <a:ext cx="5847815" cy="1341120"/>
            </a:xfrm>
            <a:custGeom>
              <a:rect b="b" l="l" r="r" t="t"/>
              <a:pathLst>
                <a:path extrusionOk="0" h="13411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7" l="0" r="-287792" t="-2794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0"/>
            <p:cNvSpPr txBox="1"/>
            <p:nvPr/>
          </p:nvSpPr>
          <p:spPr>
            <a:xfrm>
              <a:off x="0" y="-76200"/>
              <a:ext cx="5847815" cy="1417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Modelo Físico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10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299" name="Google Shape;299;p10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0"/>
            <p:cNvSpPr txBox="1"/>
            <p:nvPr/>
          </p:nvSpPr>
          <p:spPr>
            <a:xfrm>
              <a:off x="0" y="-38100"/>
              <a:ext cx="22677120" cy="574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" name="Google Shape;301;p10"/>
          <p:cNvGrpSpPr/>
          <p:nvPr/>
        </p:nvGrpSpPr>
        <p:grpSpPr>
          <a:xfrm>
            <a:off x="640080" y="1184701"/>
            <a:ext cx="3115405" cy="755072"/>
            <a:chOff x="0" y="-76200"/>
            <a:chExt cx="5847815" cy="1417320"/>
          </a:xfrm>
        </p:grpSpPr>
        <p:sp>
          <p:nvSpPr>
            <p:cNvPr id="302" name="Google Shape;302;p10"/>
            <p:cNvSpPr/>
            <p:nvPr/>
          </p:nvSpPr>
          <p:spPr>
            <a:xfrm>
              <a:off x="0" y="0"/>
              <a:ext cx="5847815" cy="1341120"/>
            </a:xfrm>
            <a:custGeom>
              <a:rect b="b" l="l" r="r" t="t"/>
              <a:pathLst>
                <a:path extrusionOk="0" h="13411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7" l="0" r="-287792" t="-2794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0"/>
            <p:cNvSpPr txBox="1"/>
            <p:nvPr/>
          </p:nvSpPr>
          <p:spPr>
            <a:xfrm>
              <a:off x="0" y="-76200"/>
              <a:ext cx="5847815" cy="1417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0" i="0" lang="en-US" sz="3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Tabla MATERIAL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10"/>
          <p:cNvSpPr/>
          <p:nvPr/>
        </p:nvSpPr>
        <p:spPr>
          <a:xfrm>
            <a:off x="4368857" y="1582535"/>
            <a:ext cx="9550285" cy="7542048"/>
          </a:xfrm>
          <a:custGeom>
            <a:rect b="b" l="l" r="r" t="t"/>
            <a:pathLst>
              <a:path extrusionOk="0" h="7542048" w="9550285">
                <a:moveTo>
                  <a:pt x="0" y="0"/>
                </a:moveTo>
                <a:lnTo>
                  <a:pt x="9550286" y="0"/>
                </a:lnTo>
                <a:lnTo>
                  <a:pt x="9550286" y="7542047"/>
                </a:lnTo>
                <a:lnTo>
                  <a:pt x="0" y="7542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b9f384cd2_1_0"/>
          <p:cNvSpPr/>
          <p:nvPr/>
        </p:nvSpPr>
        <p:spPr>
          <a:xfrm>
            <a:off x="-12697" y="-12697"/>
            <a:ext cx="244888" cy="10312433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8b9f384cd2_1_0"/>
          <p:cNvSpPr/>
          <p:nvPr/>
        </p:nvSpPr>
        <p:spPr>
          <a:xfrm>
            <a:off x="206759" y="-12697"/>
            <a:ext cx="18093976" cy="135160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g38b9f384cd2_1_0"/>
          <p:cNvGrpSpPr/>
          <p:nvPr/>
        </p:nvGrpSpPr>
        <p:grpSpPr>
          <a:xfrm>
            <a:off x="640080" y="162306"/>
            <a:ext cx="4385925" cy="1062990"/>
            <a:chOff x="0" y="-76200"/>
            <a:chExt cx="5847900" cy="1417320"/>
          </a:xfrm>
        </p:grpSpPr>
        <p:sp>
          <p:nvSpPr>
            <p:cNvPr id="316" name="Google Shape;316;g38b9f384cd2_1_0"/>
            <p:cNvSpPr/>
            <p:nvPr/>
          </p:nvSpPr>
          <p:spPr>
            <a:xfrm>
              <a:off x="0" y="0"/>
              <a:ext cx="5847815" cy="1341120"/>
            </a:xfrm>
            <a:custGeom>
              <a:rect b="b" l="l" r="r" t="t"/>
              <a:pathLst>
                <a:path extrusionOk="0" h="13411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1" l="0" r="-287792" t="-27947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38b9f384cd2_1_0"/>
            <p:cNvSpPr txBox="1"/>
            <p:nvPr/>
          </p:nvSpPr>
          <p:spPr>
            <a:xfrm>
              <a:off x="0" y="-76200"/>
              <a:ext cx="5847900" cy="14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Modelo Físico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g38b9f384cd2_1_0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319" name="Google Shape;319;g38b9f384cd2_1_0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38b9f384cd2_1_0"/>
            <p:cNvSpPr txBox="1"/>
            <p:nvPr/>
          </p:nvSpPr>
          <p:spPr>
            <a:xfrm>
              <a:off x="0" y="-38100"/>
              <a:ext cx="22677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g38b9f384cd2_1_0"/>
          <p:cNvGrpSpPr/>
          <p:nvPr/>
        </p:nvGrpSpPr>
        <p:grpSpPr>
          <a:xfrm>
            <a:off x="640080" y="1184705"/>
            <a:ext cx="3115176" cy="755006"/>
            <a:chOff x="0" y="-76200"/>
            <a:chExt cx="5847900" cy="1417320"/>
          </a:xfrm>
        </p:grpSpPr>
        <p:sp>
          <p:nvSpPr>
            <p:cNvPr id="322" name="Google Shape;322;g38b9f384cd2_1_0"/>
            <p:cNvSpPr/>
            <p:nvPr/>
          </p:nvSpPr>
          <p:spPr>
            <a:xfrm>
              <a:off x="0" y="0"/>
              <a:ext cx="5847815" cy="1341120"/>
            </a:xfrm>
            <a:custGeom>
              <a:rect b="b" l="l" r="r" t="t"/>
              <a:pathLst>
                <a:path extrusionOk="0" h="13411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1" l="0" r="-287792" t="-27947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8b9f384cd2_1_0"/>
            <p:cNvSpPr txBox="1"/>
            <p:nvPr/>
          </p:nvSpPr>
          <p:spPr>
            <a:xfrm>
              <a:off x="0" y="-76200"/>
              <a:ext cx="5847900" cy="14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0" i="0" lang="en-US" sz="3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Tabla </a:t>
              </a:r>
              <a:r>
                <a:rPr lang="en-US" sz="3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ALERTA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4" name="Google Shape;324;g38b9f384cd2_1_0" title="tutuuututuuuututututu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8874" y="2170648"/>
            <a:ext cx="11610250" cy="68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"/>
          <p:cNvSpPr/>
          <p:nvPr/>
        </p:nvSpPr>
        <p:spPr>
          <a:xfrm>
            <a:off x="-12697" y="-12697"/>
            <a:ext cx="244887" cy="10312432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206759" y="-12697"/>
            <a:ext cx="18093975" cy="135159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5" name="Google Shape;335;p11"/>
          <p:cNvGrpSpPr/>
          <p:nvPr/>
        </p:nvGrpSpPr>
        <p:grpSpPr>
          <a:xfrm>
            <a:off x="640080" y="162306"/>
            <a:ext cx="4385861" cy="1062990"/>
            <a:chOff x="0" y="-76200"/>
            <a:chExt cx="5847815" cy="1417320"/>
          </a:xfrm>
        </p:grpSpPr>
        <p:sp>
          <p:nvSpPr>
            <p:cNvPr id="336" name="Google Shape;336;p11"/>
            <p:cNvSpPr/>
            <p:nvPr/>
          </p:nvSpPr>
          <p:spPr>
            <a:xfrm>
              <a:off x="0" y="0"/>
              <a:ext cx="5847815" cy="1341120"/>
            </a:xfrm>
            <a:custGeom>
              <a:rect b="b" l="l" r="r" t="t"/>
              <a:pathLst>
                <a:path extrusionOk="0" h="13411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7" l="0" r="-287792" t="-2794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1"/>
            <p:cNvSpPr txBox="1"/>
            <p:nvPr/>
          </p:nvSpPr>
          <p:spPr>
            <a:xfrm>
              <a:off x="0" y="-76200"/>
              <a:ext cx="5847815" cy="1417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Modelo Físico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11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339" name="Google Shape;339;p11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1"/>
            <p:cNvSpPr txBox="1"/>
            <p:nvPr/>
          </p:nvSpPr>
          <p:spPr>
            <a:xfrm>
              <a:off x="0" y="-38100"/>
              <a:ext cx="22677120" cy="574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1" name="Google Shape;341;p11"/>
          <p:cNvGrpSpPr/>
          <p:nvPr/>
        </p:nvGrpSpPr>
        <p:grpSpPr>
          <a:xfrm>
            <a:off x="640080" y="1184701"/>
            <a:ext cx="9469704" cy="755072"/>
            <a:chOff x="0" y="-76200"/>
            <a:chExt cx="17775241" cy="1417320"/>
          </a:xfrm>
        </p:grpSpPr>
        <p:sp>
          <p:nvSpPr>
            <p:cNvPr id="342" name="Google Shape;342;p11"/>
            <p:cNvSpPr/>
            <p:nvPr/>
          </p:nvSpPr>
          <p:spPr>
            <a:xfrm>
              <a:off x="0" y="0"/>
              <a:ext cx="17775241" cy="1341120"/>
            </a:xfrm>
            <a:custGeom>
              <a:rect b="b" l="l" r="r" t="t"/>
              <a:pathLst>
                <a:path extrusionOk="0" h="1341120" w="17775241">
                  <a:moveTo>
                    <a:pt x="0" y="0"/>
                  </a:moveTo>
                  <a:lnTo>
                    <a:pt x="17775241" y="0"/>
                  </a:lnTo>
                  <a:lnTo>
                    <a:pt x="17775241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7" l="0" r="-27577" t="-2794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1"/>
            <p:cNvSpPr txBox="1"/>
            <p:nvPr/>
          </p:nvSpPr>
          <p:spPr>
            <a:xfrm>
              <a:off x="0" y="-76200"/>
              <a:ext cx="17775240" cy="1417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0" i="0" lang="en-US" sz="3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Tabla </a:t>
              </a:r>
              <a:r>
                <a:rPr lang="en-US" sz="3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Orden_Trabajo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44" name="Google Shape;34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8574" y="2498660"/>
            <a:ext cx="10210850" cy="669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"/>
          <p:cNvSpPr/>
          <p:nvPr/>
        </p:nvSpPr>
        <p:spPr>
          <a:xfrm>
            <a:off x="-12697" y="-12697"/>
            <a:ext cx="244887" cy="10312432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206759" y="-12697"/>
            <a:ext cx="18093975" cy="135159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5" name="Google Shape;355;p9"/>
          <p:cNvGrpSpPr/>
          <p:nvPr/>
        </p:nvGrpSpPr>
        <p:grpSpPr>
          <a:xfrm>
            <a:off x="640080" y="162306"/>
            <a:ext cx="17007840" cy="1062990"/>
            <a:chOff x="0" y="-76200"/>
            <a:chExt cx="22677120" cy="1417320"/>
          </a:xfrm>
        </p:grpSpPr>
        <p:sp>
          <p:nvSpPr>
            <p:cNvPr id="356" name="Google Shape;356;p9"/>
            <p:cNvSpPr/>
            <p:nvPr/>
          </p:nvSpPr>
          <p:spPr>
            <a:xfrm>
              <a:off x="0" y="0"/>
              <a:ext cx="22677120" cy="1341120"/>
            </a:xfrm>
            <a:custGeom>
              <a:rect b="b" l="l" r="r" t="t"/>
              <a:pathLst>
                <a:path extrusionOk="0"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7" l="0" r="0" t="-2794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9"/>
            <p:cNvSpPr txBox="1"/>
            <p:nvPr/>
          </p:nvSpPr>
          <p:spPr>
            <a:xfrm>
              <a:off x="0" y="-76200"/>
              <a:ext cx="22677120" cy="1417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MVC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9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359" name="Google Shape;359;p9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9"/>
            <p:cNvSpPr txBox="1"/>
            <p:nvPr/>
          </p:nvSpPr>
          <p:spPr>
            <a:xfrm>
              <a:off x="0" y="-38100"/>
              <a:ext cx="22677120" cy="574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1" name="Google Shape;361;p9" title="loloooloooolooooloooo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1826" y="1193574"/>
            <a:ext cx="12824338" cy="789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7"/>
          <p:cNvGrpSpPr/>
          <p:nvPr/>
        </p:nvGrpSpPr>
        <p:grpSpPr>
          <a:xfrm>
            <a:off x="640080" y="468630"/>
            <a:ext cx="9041611" cy="1062990"/>
            <a:chOff x="0" y="-76200"/>
            <a:chExt cx="12055481" cy="1417320"/>
          </a:xfrm>
        </p:grpSpPr>
        <p:sp>
          <p:nvSpPr>
            <p:cNvPr id="367" name="Google Shape;367;p7"/>
            <p:cNvSpPr/>
            <p:nvPr/>
          </p:nvSpPr>
          <p:spPr>
            <a:xfrm>
              <a:off x="0" y="0"/>
              <a:ext cx="12055481" cy="1341120"/>
            </a:xfrm>
            <a:custGeom>
              <a:rect b="b" l="l" r="r" t="t"/>
              <a:pathLst>
                <a:path extrusionOk="0" h="1341120" w="12055481">
                  <a:moveTo>
                    <a:pt x="0" y="0"/>
                  </a:moveTo>
                  <a:lnTo>
                    <a:pt x="12055481" y="0"/>
                  </a:lnTo>
                  <a:lnTo>
                    <a:pt x="12055481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7" l="0" r="-88104" t="-2794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7"/>
            <p:cNvSpPr txBox="1"/>
            <p:nvPr/>
          </p:nvSpPr>
          <p:spPr>
            <a:xfrm>
              <a:off x="0" y="-76200"/>
              <a:ext cx="12055481" cy="1417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Árbol de Navegación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9" name="Google Shape;369;p7"/>
          <p:cNvSpPr/>
          <p:nvPr/>
        </p:nvSpPr>
        <p:spPr>
          <a:xfrm>
            <a:off x="-12697" y="-12697"/>
            <a:ext cx="244887" cy="10312432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206759" y="-12697"/>
            <a:ext cx="18093975" cy="135159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7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372" name="Google Shape;372;p7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7"/>
            <p:cNvSpPr txBox="1"/>
            <p:nvPr/>
          </p:nvSpPr>
          <p:spPr>
            <a:xfrm>
              <a:off x="0" y="-38100"/>
              <a:ext cx="22677120" cy="574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4" name="Google Shape;374;p7" title="Arbol de navegacion INCREMENTO 2 CORREGIDO- Grupo 14-ARB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227" y="3085020"/>
            <a:ext cx="17751009" cy="432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"/>
          <p:cNvSpPr/>
          <p:nvPr/>
        </p:nvSpPr>
        <p:spPr>
          <a:xfrm>
            <a:off x="-12697" y="-12697"/>
            <a:ext cx="354615" cy="10312432"/>
          </a:xfrm>
          <a:custGeom>
            <a:rect b="b" l="l" r="r" t="t"/>
            <a:pathLst>
              <a:path extrusionOk="0" h="13749910" w="472821">
                <a:moveTo>
                  <a:pt x="0" y="0"/>
                </a:moveTo>
                <a:lnTo>
                  <a:pt x="472821" y="0"/>
                </a:lnTo>
                <a:lnTo>
                  <a:pt x="472821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4" name="Google Shape;384;p13"/>
          <p:cNvGrpSpPr/>
          <p:nvPr/>
        </p:nvGrpSpPr>
        <p:grpSpPr>
          <a:xfrm>
            <a:off x="914400" y="2108835"/>
            <a:ext cx="16824960" cy="1091565"/>
            <a:chOff x="0" y="-114300"/>
            <a:chExt cx="22433280" cy="1455420"/>
          </a:xfrm>
        </p:grpSpPr>
        <p:sp>
          <p:nvSpPr>
            <p:cNvPr id="385" name="Google Shape;385;p13"/>
            <p:cNvSpPr/>
            <p:nvPr/>
          </p:nvSpPr>
          <p:spPr>
            <a:xfrm>
              <a:off x="0" y="0"/>
              <a:ext cx="22433280" cy="1341120"/>
            </a:xfrm>
            <a:custGeom>
              <a:rect b="b" l="l" r="r" t="t"/>
              <a:pathLst>
                <a:path extrusionOk="0"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5945" l="0" r="0" t="-27594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3"/>
            <p:cNvSpPr txBox="1"/>
            <p:nvPr/>
          </p:nvSpPr>
          <p:spPr>
            <a:xfrm>
              <a:off x="0" y="-114300"/>
              <a:ext cx="22433280" cy="1455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99"/>
                <a:buFont typeface="Arial"/>
                <a:buNone/>
              </a:pPr>
              <a:r>
                <a:rPr b="0" i="0" lang="en-US" sz="5599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A continuación,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" name="Google Shape;387;p13"/>
          <p:cNvGrpSpPr/>
          <p:nvPr/>
        </p:nvGrpSpPr>
        <p:grpSpPr>
          <a:xfrm>
            <a:off x="914400" y="3057525"/>
            <a:ext cx="16824960" cy="2886075"/>
            <a:chOff x="0" y="-190500"/>
            <a:chExt cx="22433280" cy="3848100"/>
          </a:xfrm>
        </p:grpSpPr>
        <p:sp>
          <p:nvSpPr>
            <p:cNvPr id="388" name="Google Shape;388;p13"/>
            <p:cNvSpPr/>
            <p:nvPr/>
          </p:nvSpPr>
          <p:spPr>
            <a:xfrm>
              <a:off x="0" y="0"/>
              <a:ext cx="22433280" cy="3657600"/>
            </a:xfrm>
            <a:custGeom>
              <a:rect b="b" l="l" r="r" t="t"/>
              <a:pathLst>
                <a:path extrusionOk="0" h="36576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3657600"/>
                  </a:lnTo>
                  <a:lnTo>
                    <a:pt x="0" y="3657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9509" l="0" r="0" t="-6950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3"/>
            <p:cNvSpPr txBox="1"/>
            <p:nvPr/>
          </p:nvSpPr>
          <p:spPr>
            <a:xfrm>
              <a:off x="0" y="-190500"/>
              <a:ext cx="2243328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rPr b="1" i="0" lang="en-US" sz="9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demostración del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rPr b="1" i="0" lang="en-US" sz="9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sistema web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13"/>
          <p:cNvSpPr/>
          <p:nvPr/>
        </p:nvSpPr>
        <p:spPr>
          <a:xfrm>
            <a:off x="901703" y="6022343"/>
            <a:ext cx="6426231" cy="116871"/>
          </a:xfrm>
          <a:custGeom>
            <a:rect b="b" l="l" r="r" t="t"/>
            <a:pathLst>
              <a:path extrusionOk="0" h="155829" w="8568309">
                <a:moveTo>
                  <a:pt x="0" y="0"/>
                </a:moveTo>
                <a:lnTo>
                  <a:pt x="8568309" y="0"/>
                </a:lnTo>
                <a:lnTo>
                  <a:pt x="8568309" y="155829"/>
                </a:lnTo>
                <a:lnTo>
                  <a:pt x="0" y="155829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p13"/>
          <p:cNvGrpSpPr/>
          <p:nvPr/>
        </p:nvGrpSpPr>
        <p:grpSpPr>
          <a:xfrm>
            <a:off x="914400" y="6266498"/>
            <a:ext cx="16824960" cy="682942"/>
            <a:chOff x="0" y="-57150"/>
            <a:chExt cx="22433280" cy="910590"/>
          </a:xfrm>
        </p:grpSpPr>
        <p:sp>
          <p:nvSpPr>
            <p:cNvPr id="392" name="Google Shape;392;p13"/>
            <p:cNvSpPr/>
            <p:nvPr/>
          </p:nvSpPr>
          <p:spPr>
            <a:xfrm>
              <a:off x="0" y="0"/>
              <a:ext cx="22433280" cy="853440"/>
            </a:xfrm>
            <a:custGeom>
              <a:rect b="b" l="l" r="r" t="t"/>
              <a:pathLst>
                <a:path extrusionOk="0"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2190" l="0" r="0" t="-46219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3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Sistema de Inventario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4" name="Google Shape;394;p13"/>
          <p:cNvSpPr/>
          <p:nvPr/>
        </p:nvSpPr>
        <p:spPr>
          <a:xfrm>
            <a:off x="14251943" y="2730503"/>
            <a:ext cx="2768631" cy="2768631"/>
          </a:xfrm>
          <a:custGeom>
            <a:rect b="b" l="l" r="r" t="t"/>
            <a:pathLst>
              <a:path extrusionOk="0" h="3691509" w="3691509">
                <a:moveTo>
                  <a:pt x="0" y="1845691"/>
                </a:moveTo>
                <a:cubicBezTo>
                  <a:pt x="0" y="826389"/>
                  <a:pt x="826389" y="0"/>
                  <a:pt x="1845691" y="0"/>
                </a:cubicBezTo>
                <a:cubicBezTo>
                  <a:pt x="2864993" y="0"/>
                  <a:pt x="3691509" y="826389"/>
                  <a:pt x="3691509" y="1845691"/>
                </a:cubicBezTo>
                <a:cubicBezTo>
                  <a:pt x="3691509" y="2864993"/>
                  <a:pt x="2865120" y="3691509"/>
                  <a:pt x="1845691" y="3691509"/>
                </a:cubicBezTo>
                <a:cubicBezTo>
                  <a:pt x="826262" y="3691509"/>
                  <a:pt x="0" y="2865120"/>
                  <a:pt x="0" y="1845691"/>
                </a:cubicBez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5" name="Google Shape;395;p13"/>
          <p:cNvGrpSpPr/>
          <p:nvPr/>
        </p:nvGrpSpPr>
        <p:grpSpPr>
          <a:xfrm>
            <a:off x="14264640" y="2636044"/>
            <a:ext cx="2743200" cy="2850356"/>
            <a:chOff x="0" y="-142875"/>
            <a:chExt cx="3657600" cy="3800475"/>
          </a:xfrm>
        </p:grpSpPr>
        <p:sp>
          <p:nvSpPr>
            <p:cNvPr id="396" name="Google Shape;396;p13"/>
            <p:cNvSpPr/>
            <p:nvPr/>
          </p:nvSpPr>
          <p:spPr>
            <a:xfrm>
              <a:off x="0" y="0"/>
              <a:ext cx="3657600" cy="3657600"/>
            </a:xfrm>
            <a:custGeom>
              <a:rect b="b" l="l" r="r" t="t"/>
              <a:pathLst>
                <a:path extrusionOk="0" h="3657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657600"/>
                  </a:lnTo>
                  <a:lnTo>
                    <a:pt x="0" y="3657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3"/>
            <p:cNvSpPr txBox="1"/>
            <p:nvPr/>
          </p:nvSpPr>
          <p:spPr>
            <a:xfrm>
              <a:off x="0" y="-142875"/>
              <a:ext cx="3657600" cy="3800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0" i="0" lang="en-US" sz="7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▶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8" name="Google Shape;398;p13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399" name="Google Shape;399;p13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3"/>
            <p:cNvSpPr txBox="1"/>
            <p:nvPr/>
          </p:nvSpPr>
          <p:spPr>
            <a:xfrm>
              <a:off x="0" y="-38100"/>
              <a:ext cx="22677120" cy="574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12"/>
          <p:cNvGrpSpPr/>
          <p:nvPr/>
        </p:nvGrpSpPr>
        <p:grpSpPr>
          <a:xfrm>
            <a:off x="511419" y="468630"/>
            <a:ext cx="9403600" cy="1062990"/>
            <a:chOff x="0" y="-76200"/>
            <a:chExt cx="12538133" cy="1417320"/>
          </a:xfrm>
        </p:grpSpPr>
        <p:sp>
          <p:nvSpPr>
            <p:cNvPr id="406" name="Google Shape;406;p12"/>
            <p:cNvSpPr/>
            <p:nvPr/>
          </p:nvSpPr>
          <p:spPr>
            <a:xfrm>
              <a:off x="0" y="0"/>
              <a:ext cx="12366692" cy="1341120"/>
            </a:xfrm>
            <a:custGeom>
              <a:rect b="b" l="l" r="r" t="t"/>
              <a:pathLst>
                <a:path extrusionOk="0" h="1341120" w="12366692">
                  <a:moveTo>
                    <a:pt x="0" y="0"/>
                  </a:moveTo>
                  <a:lnTo>
                    <a:pt x="12366692" y="0"/>
                  </a:lnTo>
                  <a:lnTo>
                    <a:pt x="12366692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7" l="0" r="-83372" t="-2794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2"/>
            <p:cNvSpPr txBox="1"/>
            <p:nvPr/>
          </p:nvSpPr>
          <p:spPr>
            <a:xfrm>
              <a:off x="171533" y="-76200"/>
              <a:ext cx="12366600" cy="14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Product Backlog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8" name="Google Shape;408;p12"/>
          <p:cNvSpPr/>
          <p:nvPr/>
        </p:nvSpPr>
        <p:spPr>
          <a:xfrm>
            <a:off x="-12697" y="-12697"/>
            <a:ext cx="244887" cy="10312432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206759" y="-12697"/>
            <a:ext cx="18093975" cy="135159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0" name="Google Shape;410;p12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411" name="Google Shape;411;p12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2"/>
            <p:cNvSpPr txBox="1"/>
            <p:nvPr/>
          </p:nvSpPr>
          <p:spPr>
            <a:xfrm>
              <a:off x="0" y="-38100"/>
              <a:ext cx="22677120" cy="574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3" name="Google Shape;41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590" y="1684020"/>
            <a:ext cx="17640300" cy="66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g3edd4c675fa_1_12"/>
          <p:cNvGrpSpPr/>
          <p:nvPr/>
        </p:nvGrpSpPr>
        <p:grpSpPr>
          <a:xfrm>
            <a:off x="511419" y="468630"/>
            <a:ext cx="9403600" cy="1062990"/>
            <a:chOff x="0" y="-76200"/>
            <a:chExt cx="12538133" cy="1417320"/>
          </a:xfrm>
        </p:grpSpPr>
        <p:sp>
          <p:nvSpPr>
            <p:cNvPr id="419" name="Google Shape;419;g3edd4c675fa_1_12"/>
            <p:cNvSpPr/>
            <p:nvPr/>
          </p:nvSpPr>
          <p:spPr>
            <a:xfrm>
              <a:off x="0" y="0"/>
              <a:ext cx="12366692" cy="1341120"/>
            </a:xfrm>
            <a:custGeom>
              <a:rect b="b" l="l" r="r" t="t"/>
              <a:pathLst>
                <a:path extrusionOk="0" h="1341120" w="12366692">
                  <a:moveTo>
                    <a:pt x="0" y="0"/>
                  </a:moveTo>
                  <a:lnTo>
                    <a:pt x="12366692" y="0"/>
                  </a:lnTo>
                  <a:lnTo>
                    <a:pt x="12366692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1" l="0" r="-83368" t="-27947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3edd4c675fa_1_12"/>
            <p:cNvSpPr txBox="1"/>
            <p:nvPr/>
          </p:nvSpPr>
          <p:spPr>
            <a:xfrm>
              <a:off x="171533" y="-76200"/>
              <a:ext cx="12366600" cy="14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Product Backlog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1" name="Google Shape;421;g3edd4c675fa_1_12"/>
          <p:cNvSpPr/>
          <p:nvPr/>
        </p:nvSpPr>
        <p:spPr>
          <a:xfrm>
            <a:off x="-12697" y="-12697"/>
            <a:ext cx="244888" cy="10312433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edd4c675fa_1_12"/>
          <p:cNvSpPr/>
          <p:nvPr/>
        </p:nvSpPr>
        <p:spPr>
          <a:xfrm>
            <a:off x="206759" y="-12697"/>
            <a:ext cx="18093976" cy="135160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3" name="Google Shape;423;g3edd4c675fa_1_12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424" name="Google Shape;424;g3edd4c675fa_1_12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3edd4c675fa_1_12"/>
            <p:cNvSpPr txBox="1"/>
            <p:nvPr/>
          </p:nvSpPr>
          <p:spPr>
            <a:xfrm>
              <a:off x="0" y="-38100"/>
              <a:ext cx="22677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26" name="Google Shape;426;g3edd4c675fa_1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829" y="2766995"/>
            <a:ext cx="17649825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g3edd4c675fa_1_0"/>
          <p:cNvGrpSpPr/>
          <p:nvPr/>
        </p:nvGrpSpPr>
        <p:grpSpPr>
          <a:xfrm>
            <a:off x="640080" y="468630"/>
            <a:ext cx="9041625" cy="1062990"/>
            <a:chOff x="0" y="-76200"/>
            <a:chExt cx="12055500" cy="1417320"/>
          </a:xfrm>
        </p:grpSpPr>
        <p:sp>
          <p:nvSpPr>
            <p:cNvPr id="432" name="Google Shape;432;g3edd4c675fa_1_0"/>
            <p:cNvSpPr/>
            <p:nvPr/>
          </p:nvSpPr>
          <p:spPr>
            <a:xfrm>
              <a:off x="0" y="0"/>
              <a:ext cx="12055481" cy="1341120"/>
            </a:xfrm>
            <a:custGeom>
              <a:rect b="b" l="l" r="r" t="t"/>
              <a:pathLst>
                <a:path extrusionOk="0" h="1341120" w="12055481">
                  <a:moveTo>
                    <a:pt x="0" y="0"/>
                  </a:moveTo>
                  <a:lnTo>
                    <a:pt x="12055481" y="0"/>
                  </a:lnTo>
                  <a:lnTo>
                    <a:pt x="12055481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1" l="0" r="-88101" t="-27947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edd4c675fa_1_0"/>
            <p:cNvSpPr txBox="1"/>
            <p:nvPr/>
          </p:nvSpPr>
          <p:spPr>
            <a:xfrm>
              <a:off x="0" y="-76200"/>
              <a:ext cx="12055500" cy="14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Burn up</a:t>
              </a:r>
              <a:endParaRPr b="1" i="0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4" name="Google Shape;434;g3edd4c675fa_1_0"/>
          <p:cNvSpPr/>
          <p:nvPr/>
        </p:nvSpPr>
        <p:spPr>
          <a:xfrm>
            <a:off x="-12697" y="-12697"/>
            <a:ext cx="244888" cy="10312433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edd4c675fa_1_0"/>
          <p:cNvSpPr/>
          <p:nvPr/>
        </p:nvSpPr>
        <p:spPr>
          <a:xfrm>
            <a:off x="206759" y="-12697"/>
            <a:ext cx="18093976" cy="135160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6" name="Google Shape;436;g3edd4c675fa_1_0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437" name="Google Shape;437;g3edd4c675fa_1_0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edd4c675fa_1_0"/>
            <p:cNvSpPr txBox="1"/>
            <p:nvPr/>
          </p:nvSpPr>
          <p:spPr>
            <a:xfrm>
              <a:off x="0" y="-38100"/>
              <a:ext cx="22677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9" name="Google Shape;439;g3edd4c675fa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7590" y="2407648"/>
            <a:ext cx="14732275" cy="563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" name="Google Shape;444;g3edd4c675fa_3_1"/>
          <p:cNvGrpSpPr/>
          <p:nvPr/>
        </p:nvGrpSpPr>
        <p:grpSpPr>
          <a:xfrm>
            <a:off x="640080" y="468630"/>
            <a:ext cx="9041625" cy="1062990"/>
            <a:chOff x="0" y="-76200"/>
            <a:chExt cx="12055500" cy="1417320"/>
          </a:xfrm>
        </p:grpSpPr>
        <p:sp>
          <p:nvSpPr>
            <p:cNvPr id="445" name="Google Shape;445;g3edd4c675fa_3_1"/>
            <p:cNvSpPr/>
            <p:nvPr/>
          </p:nvSpPr>
          <p:spPr>
            <a:xfrm>
              <a:off x="0" y="0"/>
              <a:ext cx="12055481" cy="1341120"/>
            </a:xfrm>
            <a:custGeom>
              <a:rect b="b" l="l" r="r" t="t"/>
              <a:pathLst>
                <a:path extrusionOk="0" h="1341120" w="12055481">
                  <a:moveTo>
                    <a:pt x="0" y="0"/>
                  </a:moveTo>
                  <a:lnTo>
                    <a:pt x="12055481" y="0"/>
                  </a:lnTo>
                  <a:lnTo>
                    <a:pt x="12055481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61" l="0" r="-88101" t="-27947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3edd4c675fa_3_1"/>
            <p:cNvSpPr txBox="1"/>
            <p:nvPr/>
          </p:nvSpPr>
          <p:spPr>
            <a:xfrm>
              <a:off x="0" y="-76200"/>
              <a:ext cx="12055500" cy="14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Burn down</a:t>
              </a:r>
              <a:endParaRPr b="1" i="0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7" name="Google Shape;447;g3edd4c675fa_3_1"/>
          <p:cNvSpPr/>
          <p:nvPr/>
        </p:nvSpPr>
        <p:spPr>
          <a:xfrm>
            <a:off x="-12697" y="-12697"/>
            <a:ext cx="244888" cy="10312433"/>
          </a:xfrm>
          <a:custGeom>
            <a:rect b="b" l="l" r="r" t="t"/>
            <a:pathLst>
              <a:path extrusionOk="0" h="13749910" w="326517">
                <a:moveTo>
                  <a:pt x="0" y="0"/>
                </a:moveTo>
                <a:lnTo>
                  <a:pt x="326517" y="0"/>
                </a:lnTo>
                <a:lnTo>
                  <a:pt x="326517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edd4c675fa_3_1"/>
          <p:cNvSpPr/>
          <p:nvPr/>
        </p:nvSpPr>
        <p:spPr>
          <a:xfrm>
            <a:off x="206759" y="-12697"/>
            <a:ext cx="18093976" cy="135160"/>
          </a:xfrm>
          <a:custGeom>
            <a:rect b="b" l="l" r="r" t="t"/>
            <a:pathLst>
              <a:path extrusionOk="0" h="180213" w="24125301">
                <a:moveTo>
                  <a:pt x="0" y="0"/>
                </a:moveTo>
                <a:lnTo>
                  <a:pt x="24125301" y="0"/>
                </a:lnTo>
                <a:lnTo>
                  <a:pt x="24125301" y="180213"/>
                </a:lnTo>
                <a:lnTo>
                  <a:pt x="0" y="1802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9" name="Google Shape;449;g3edd4c675fa_3_1"/>
          <p:cNvGrpSpPr/>
          <p:nvPr/>
        </p:nvGrpSpPr>
        <p:grpSpPr>
          <a:xfrm>
            <a:off x="640080" y="9755505"/>
            <a:ext cx="17007840" cy="430911"/>
            <a:chOff x="0" y="-38100"/>
            <a:chExt cx="22677120" cy="574548"/>
          </a:xfrm>
        </p:grpSpPr>
        <p:sp>
          <p:nvSpPr>
            <p:cNvPr id="450" name="Google Shape;450;g3edd4c675fa_3_1"/>
            <p:cNvSpPr/>
            <p:nvPr/>
          </p:nvSpPr>
          <p:spPr>
            <a:xfrm>
              <a:off x="0" y="0"/>
              <a:ext cx="22677120" cy="536448"/>
            </a:xfrm>
            <a:custGeom>
              <a:rect b="b" l="l" r="r" t="t"/>
              <a:pathLst>
                <a:path extrusionOk="0"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73724" l="0" r="0" t="-7737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3edd4c675fa_3_1"/>
            <p:cNvSpPr txBox="1"/>
            <p:nvPr/>
          </p:nvSpPr>
          <p:spPr>
            <a:xfrm>
              <a:off x="0" y="-38100"/>
              <a:ext cx="22677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2" name="Google Shape;452;g3edd4c675fa_3_1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3866" y="2185995"/>
            <a:ext cx="14623256" cy="59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"/>
          <p:cNvSpPr/>
          <p:nvPr/>
        </p:nvSpPr>
        <p:spPr>
          <a:xfrm>
            <a:off x="-12697" y="-12697"/>
            <a:ext cx="354615" cy="10312432"/>
          </a:xfrm>
          <a:custGeom>
            <a:rect b="b" l="l" r="r" t="t"/>
            <a:pathLst>
              <a:path extrusionOk="0" h="13749910" w="472821">
                <a:moveTo>
                  <a:pt x="0" y="0"/>
                </a:moveTo>
                <a:lnTo>
                  <a:pt x="472821" y="0"/>
                </a:lnTo>
                <a:lnTo>
                  <a:pt x="472821" y="13749910"/>
                </a:lnTo>
                <a:lnTo>
                  <a:pt x="0" y="137499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2" name="Google Shape;462;p14"/>
          <p:cNvGrpSpPr/>
          <p:nvPr/>
        </p:nvGrpSpPr>
        <p:grpSpPr>
          <a:xfrm>
            <a:off x="914400" y="970121"/>
            <a:ext cx="14264640" cy="675799"/>
            <a:chOff x="0" y="-47625"/>
            <a:chExt cx="19019520" cy="901065"/>
          </a:xfrm>
        </p:grpSpPr>
        <p:sp>
          <p:nvSpPr>
            <p:cNvPr id="463" name="Google Shape;463;p14"/>
            <p:cNvSpPr/>
            <p:nvPr/>
          </p:nvSpPr>
          <p:spPr>
            <a:xfrm>
              <a:off x="0" y="0"/>
              <a:ext cx="19019520" cy="853440"/>
            </a:xfrm>
            <a:custGeom>
              <a:rect b="b" l="l" r="r" t="t"/>
              <a:pathLst>
                <a:path extrusionOk="0" h="8534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4254" l="0" r="0" t="-38425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4"/>
            <p:cNvSpPr txBox="1"/>
            <p:nvPr/>
          </p:nvSpPr>
          <p:spPr>
            <a:xfrm>
              <a:off x="0" y="-47625"/>
              <a:ext cx="19019520" cy="901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SISTEMA DE INVENTARIO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" name="Google Shape;465;p14"/>
          <p:cNvGrpSpPr/>
          <p:nvPr/>
        </p:nvGrpSpPr>
        <p:grpSpPr>
          <a:xfrm>
            <a:off x="914400" y="1707356"/>
            <a:ext cx="14264640" cy="4510564"/>
            <a:chOff x="0" y="-161925"/>
            <a:chExt cx="19019520" cy="6014085"/>
          </a:xfrm>
        </p:grpSpPr>
        <p:sp>
          <p:nvSpPr>
            <p:cNvPr id="466" name="Google Shape;466;p14"/>
            <p:cNvSpPr/>
            <p:nvPr/>
          </p:nvSpPr>
          <p:spPr>
            <a:xfrm>
              <a:off x="0" y="0"/>
              <a:ext cx="19019520" cy="5852160"/>
            </a:xfrm>
            <a:custGeom>
              <a:rect b="b" l="l" r="r" t="t"/>
              <a:pathLst>
                <a:path extrusionOk="0" h="58521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5852160"/>
                  </a:lnTo>
                  <a:lnTo>
                    <a:pt x="0" y="58521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326" l="0" r="0" t="-1332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4"/>
            <p:cNvSpPr txBox="1"/>
            <p:nvPr/>
          </p:nvSpPr>
          <p:spPr>
            <a:xfrm>
              <a:off x="0" y="-161925"/>
              <a:ext cx="19019520" cy="60140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PROYECTO INGENIERÍA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 SOFTWARE II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INCREMENTO </a:t>
              </a:r>
              <a:r>
                <a:rPr b="1" lang="en-US" sz="8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GRUPO 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8" name="Google Shape;468;p14"/>
          <p:cNvSpPr/>
          <p:nvPr/>
        </p:nvSpPr>
        <p:spPr>
          <a:xfrm>
            <a:off x="927106" y="5925760"/>
            <a:ext cx="8255031" cy="98583"/>
          </a:xfrm>
          <a:custGeom>
            <a:rect b="b" l="l" r="r" t="t"/>
            <a:pathLst>
              <a:path extrusionOk="0" h="131445" w="11006709">
                <a:moveTo>
                  <a:pt x="0" y="0"/>
                </a:moveTo>
                <a:lnTo>
                  <a:pt x="11006709" y="0"/>
                </a:lnTo>
                <a:lnTo>
                  <a:pt x="11006709" y="131445"/>
                </a:lnTo>
                <a:lnTo>
                  <a:pt x="0" y="131445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9" name="Google Shape;469;p14"/>
          <p:cNvGrpSpPr/>
          <p:nvPr/>
        </p:nvGrpSpPr>
        <p:grpSpPr>
          <a:xfrm>
            <a:off x="914400" y="6547961"/>
            <a:ext cx="8229600" cy="584359"/>
            <a:chOff x="0" y="-47625"/>
            <a:chExt cx="10972800" cy="779145"/>
          </a:xfrm>
        </p:grpSpPr>
        <p:sp>
          <p:nvSpPr>
            <p:cNvPr id="470" name="Google Shape;470;p14"/>
            <p:cNvSpPr/>
            <p:nvPr/>
          </p:nvSpPr>
          <p:spPr>
            <a:xfrm>
              <a:off x="0" y="0"/>
              <a:ext cx="10972800" cy="731520"/>
            </a:xfrm>
            <a:custGeom>
              <a:rect b="b" l="l" r="r" t="t"/>
              <a:pathLst>
                <a:path extrusionOk="0"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2261" l="0" r="0" t="-24226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4"/>
            <p:cNvSpPr txBox="1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Autores: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" name="Google Shape;472;p14"/>
          <p:cNvGrpSpPr/>
          <p:nvPr/>
        </p:nvGrpSpPr>
        <p:grpSpPr>
          <a:xfrm>
            <a:off x="914400" y="7096601"/>
            <a:ext cx="8229600" cy="2413159"/>
            <a:chOff x="0" y="-47625"/>
            <a:chExt cx="10972800" cy="3217545"/>
          </a:xfrm>
        </p:grpSpPr>
        <p:sp>
          <p:nvSpPr>
            <p:cNvPr id="473" name="Google Shape;473;p14"/>
            <p:cNvSpPr/>
            <p:nvPr/>
          </p:nvSpPr>
          <p:spPr>
            <a:xfrm>
              <a:off x="0" y="0"/>
              <a:ext cx="10972800" cy="3169920"/>
            </a:xfrm>
            <a:custGeom>
              <a:rect b="b" l="l" r="r" t="t"/>
              <a:pathLst>
                <a:path extrusionOk="0"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447" l="0" r="0" t="-1744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4"/>
            <p:cNvSpPr txBox="1"/>
            <p:nvPr/>
          </p:nvSpPr>
          <p:spPr>
            <a:xfrm>
              <a:off x="0" y="-47625"/>
              <a:ext cx="10972800" cy="321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Sofia Isidora Cariñe Valenzuela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Jhoe Eduardo Castillo Barrios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Karla Aylin Curín Navarro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Omar Adolfo Olmos Hernández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Lenin Andrés Reyes Gómez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Silvio Alberto Villagra Labbé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5" name="Google Shape;475;p14"/>
          <p:cNvGrpSpPr/>
          <p:nvPr/>
        </p:nvGrpSpPr>
        <p:grpSpPr>
          <a:xfrm>
            <a:off x="10058400" y="6547961"/>
            <a:ext cx="7680960" cy="1315879"/>
            <a:chOff x="0" y="-47625"/>
            <a:chExt cx="10241280" cy="1754505"/>
          </a:xfrm>
        </p:grpSpPr>
        <p:sp>
          <p:nvSpPr>
            <p:cNvPr id="476" name="Google Shape;476;p14"/>
            <p:cNvSpPr/>
            <p:nvPr/>
          </p:nvSpPr>
          <p:spPr>
            <a:xfrm>
              <a:off x="0" y="0"/>
              <a:ext cx="10241280" cy="1706880"/>
            </a:xfrm>
            <a:custGeom>
              <a:rect b="b" l="l" r="r" t="t"/>
              <a:pathLst>
                <a:path extrusionOk="0" h="1706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6910" l="0" r="0" t="-6691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4"/>
            <p:cNvSpPr txBox="1"/>
            <p:nvPr/>
          </p:nvSpPr>
          <p:spPr>
            <a:xfrm>
              <a:off x="0" y="-47625"/>
              <a:ext cx="10241280" cy="1754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Facultad de Ingeniería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Ingeniería de Software II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8" name="Google Shape;478;p14"/>
          <p:cNvGrpSpPr/>
          <p:nvPr/>
        </p:nvGrpSpPr>
        <p:grpSpPr>
          <a:xfrm>
            <a:off x="10058400" y="7919561"/>
            <a:ext cx="7680960" cy="675799"/>
            <a:chOff x="0" y="-47625"/>
            <a:chExt cx="10241280" cy="901065"/>
          </a:xfrm>
        </p:grpSpPr>
        <p:sp>
          <p:nvSpPr>
            <p:cNvPr id="479" name="Google Shape;479;p14"/>
            <p:cNvSpPr/>
            <p:nvPr/>
          </p:nvSpPr>
          <p:spPr>
            <a:xfrm>
              <a:off x="0" y="0"/>
              <a:ext cx="10241280" cy="853440"/>
            </a:xfrm>
            <a:custGeom>
              <a:rect b="b" l="l" r="r" t="t"/>
              <a:pathLst>
                <a:path extrusionOk="0"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4"/>
            <p:cNvSpPr txBox="1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Profesor: </a:t>
              </a:r>
              <a:r>
                <a:rPr b="0" i="0" lang="en-US" sz="2200" u="none" cap="none" strike="noStrike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Paulo Quinsacara Jofré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1" name="Google Shape;481;p14"/>
          <p:cNvGrpSpPr/>
          <p:nvPr/>
        </p:nvGrpSpPr>
        <p:grpSpPr>
          <a:xfrm>
            <a:off x="10058400" y="8658225"/>
            <a:ext cx="7680960" cy="577215"/>
            <a:chOff x="0" y="-38100"/>
            <a:chExt cx="10241280" cy="769620"/>
          </a:xfrm>
        </p:grpSpPr>
        <p:sp>
          <p:nvSpPr>
            <p:cNvPr id="482" name="Google Shape;482;p14"/>
            <p:cNvSpPr/>
            <p:nvPr/>
          </p:nvSpPr>
          <p:spPr>
            <a:xfrm>
              <a:off x="0" y="0"/>
              <a:ext cx="10241280" cy="731520"/>
            </a:xfrm>
            <a:custGeom>
              <a:rect b="b" l="l" r="r" t="t"/>
              <a:pathLst>
                <a:path extrusionOk="0"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4"/>
            <p:cNvSpPr txBox="1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Santiago, Chile ·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4" name="Google Shape;484;p14"/>
          <p:cNvGrpSpPr/>
          <p:nvPr/>
        </p:nvGrpSpPr>
        <p:grpSpPr>
          <a:xfrm>
            <a:off x="927106" y="1522762"/>
            <a:ext cx="4102098" cy="669557"/>
            <a:chOff x="0" y="-66675"/>
            <a:chExt cx="5469465" cy="892743"/>
          </a:xfrm>
        </p:grpSpPr>
        <p:sp>
          <p:nvSpPr>
            <p:cNvPr id="485" name="Google Shape;485;p14"/>
            <p:cNvSpPr/>
            <p:nvPr/>
          </p:nvSpPr>
          <p:spPr>
            <a:xfrm>
              <a:off x="0" y="0"/>
              <a:ext cx="5469465" cy="826068"/>
            </a:xfrm>
            <a:custGeom>
              <a:rect b="b" l="l" r="r" t="t"/>
              <a:pathLst>
                <a:path extrusionOk="0" h="826068" w="5469465">
                  <a:moveTo>
                    <a:pt x="0" y="0"/>
                  </a:moveTo>
                  <a:lnTo>
                    <a:pt x="5469465" y="0"/>
                  </a:lnTo>
                  <a:lnTo>
                    <a:pt x="5469465" y="826068"/>
                  </a:lnTo>
                  <a:lnTo>
                    <a:pt x="0" y="8260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70484" l="0" r="-310156" t="-48783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4"/>
            <p:cNvSpPr txBox="1"/>
            <p:nvPr/>
          </p:nvSpPr>
          <p:spPr>
            <a:xfrm>
              <a:off x="0" y="-66675"/>
              <a:ext cx="5469465" cy="892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b="0" i="0" lang="en-US" sz="3099" u="none" cap="none" strike="noStrike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Universidad Andrés Bello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7" name="Google Shape;487;p14"/>
          <p:cNvSpPr/>
          <p:nvPr/>
        </p:nvSpPr>
        <p:spPr>
          <a:xfrm>
            <a:off x="15760065" y="91428"/>
            <a:ext cx="2228285" cy="1874544"/>
          </a:xfrm>
          <a:custGeom>
            <a:rect b="b" l="l" r="r" t="t"/>
            <a:pathLst>
              <a:path extrusionOk="0" h="1874544" w="2228285">
                <a:moveTo>
                  <a:pt x="0" y="0"/>
                </a:moveTo>
                <a:lnTo>
                  <a:pt x="2228285" y="0"/>
                </a:lnTo>
                <a:lnTo>
                  <a:pt x="2228285" y="1874544"/>
                </a:lnTo>
                <a:lnTo>
                  <a:pt x="0" y="18745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8" name="Google Shape;488;p14"/>
          <p:cNvGrpSpPr/>
          <p:nvPr/>
        </p:nvGrpSpPr>
        <p:grpSpPr>
          <a:xfrm>
            <a:off x="10998822" y="2997518"/>
            <a:ext cx="6740538" cy="2767012"/>
            <a:chOff x="0" y="-257175"/>
            <a:chExt cx="8987384" cy="3689350"/>
          </a:xfrm>
        </p:grpSpPr>
        <p:sp>
          <p:nvSpPr>
            <p:cNvPr id="489" name="Google Shape;489;p14"/>
            <p:cNvSpPr/>
            <p:nvPr/>
          </p:nvSpPr>
          <p:spPr>
            <a:xfrm>
              <a:off x="0" y="0"/>
              <a:ext cx="8987384" cy="3432175"/>
            </a:xfrm>
            <a:custGeom>
              <a:rect b="b" l="l" r="r" t="t"/>
              <a:pathLst>
                <a:path extrusionOk="0" h="3432175" w="8987384">
                  <a:moveTo>
                    <a:pt x="0" y="0"/>
                  </a:moveTo>
                  <a:lnTo>
                    <a:pt x="8987384" y="0"/>
                  </a:lnTo>
                  <a:lnTo>
                    <a:pt x="8987384" y="3432175"/>
                  </a:lnTo>
                  <a:lnTo>
                    <a:pt x="0" y="34321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9986" l="0" r="-149607" t="-847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4"/>
            <p:cNvSpPr txBox="1"/>
            <p:nvPr/>
          </p:nvSpPr>
          <p:spPr>
            <a:xfrm>
              <a:off x="0" y="-257175"/>
              <a:ext cx="8987384" cy="3689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